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96337809f44e3d" /><Relationship Type="http://schemas.openxmlformats.org/officeDocument/2006/relationships/extended-properties" Target="/docProps/app.xml" Id="R2673c2f071e84593" /><Relationship Type="http://schemas.openxmlformats.org/officeDocument/2006/relationships/officeDocument" Target="/ppt/presentation.xml" Id="R58694eef5a004136" /></Relationships>
</file>

<file path=ppt/presentation.xml><?xml version="1.0" encoding="utf-8"?>
<p:presentation xmlns:p="http://schemas.openxmlformats.org/presentationml/2006/main">
  <p:sldMasterIdLst>
    <p:sldMasterId xmlns:r="http://schemas.openxmlformats.org/officeDocument/2006/relationships" id="2147483648" r:id="R3f90e1b3a79e4725"/>
  </p:sldMasterIdLst>
  <p:notesMasterIdLst>
    <p:notesMasterId xmlns:r="http://schemas.openxmlformats.org/officeDocument/2006/relationships" r:id="Re7eb7c85c9b34bf0"/>
  </p:notesMasterIdLst>
  <p:sldIdLst>
    <p:sldId xmlns:r="http://schemas.openxmlformats.org/officeDocument/2006/relationships" id="256" r:id="Rfa8e6a73dcc44aff"/>
    <p:sldId xmlns:r="http://schemas.openxmlformats.org/officeDocument/2006/relationships" id="257" r:id="R5c890e849ca7468a"/>
    <p:sldId xmlns:r="http://schemas.openxmlformats.org/officeDocument/2006/relationships" id="258" r:id="Rad69e3d596ad4071"/>
    <p:sldId xmlns:r="http://schemas.openxmlformats.org/officeDocument/2006/relationships" id="259" r:id="Ra123e95f5e50402b"/>
    <p:sldId xmlns:r="http://schemas.openxmlformats.org/officeDocument/2006/relationships" id="260" r:id="R679e4df3328e4e84"/>
    <p:sldId xmlns:r="http://schemas.openxmlformats.org/officeDocument/2006/relationships" id="261" r:id="R820849e357414e3c"/>
    <p:sldId xmlns:r="http://schemas.openxmlformats.org/officeDocument/2006/relationships" id="262" r:id="R6d7a942d4962484e"/>
    <p:sldId xmlns:r="http://schemas.openxmlformats.org/officeDocument/2006/relationships" id="263" r:id="R92766aacdca046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79a2a9ef48476e" /><Relationship Type="http://schemas.openxmlformats.org/officeDocument/2006/relationships/slideMaster" Target="/ppt/slideMasters/slideMaster1.xml" Id="R3f90e1b3a79e4725" /><Relationship Type="http://schemas.openxmlformats.org/officeDocument/2006/relationships/notesMaster" Target="/ppt/notesMasters/notesMaster1.xml" Id="Re7eb7c85c9b34bf0" /><Relationship Type="http://schemas.openxmlformats.org/officeDocument/2006/relationships/presProps" Target="/ppt/presProps.xml" Id="Rb33c25682bd44657" /><Relationship Type="http://schemas.openxmlformats.org/officeDocument/2006/relationships/tableStyles" Target="/ppt/tableStyles.xml" Id="Rad0f6d7d63c44b67" /><Relationship Type="http://schemas.openxmlformats.org/officeDocument/2006/relationships/slide" Target="/ppt/slides/slide1.xml" Id="Rfa8e6a73dcc44aff" /><Relationship Type="http://schemas.openxmlformats.org/officeDocument/2006/relationships/slide" Target="/ppt/slides/slide2.xml" Id="R5c890e849ca7468a" /><Relationship Type="http://schemas.openxmlformats.org/officeDocument/2006/relationships/slide" Target="/ppt/slides/slide3.xml" Id="Rad69e3d596ad4071" /><Relationship Type="http://schemas.openxmlformats.org/officeDocument/2006/relationships/slide" Target="/ppt/slides/slide4.xml" Id="Ra123e95f5e50402b" /><Relationship Type="http://schemas.openxmlformats.org/officeDocument/2006/relationships/slide" Target="/ppt/slides/slide5.xml" Id="R679e4df3328e4e84" /><Relationship Type="http://schemas.openxmlformats.org/officeDocument/2006/relationships/slide" Target="/ppt/slides/slide6.xml" Id="R820849e357414e3c" /><Relationship Type="http://schemas.openxmlformats.org/officeDocument/2006/relationships/slide" Target="/ppt/slides/slide7.xml" Id="R6d7a942d4962484e" /><Relationship Type="http://schemas.openxmlformats.org/officeDocument/2006/relationships/slide" Target="/ppt/slides/slide8.xml" Id="R92766aacdca046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d4ad4d0e741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37c32fa9444e59" /><Relationship Type="http://schemas.openxmlformats.org/officeDocument/2006/relationships/notesMaster" Target="/ppt/notesMasters/notesMaster1.xml" Id="R0fa9493caf8f43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952823941e4291" /><Relationship Type="http://schemas.openxmlformats.org/officeDocument/2006/relationships/notesMaster" Target="/ppt/notesMasters/notesMaster1.xml" Id="R46597b86da344e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83c93d9bf24d5b" /><Relationship Type="http://schemas.openxmlformats.org/officeDocument/2006/relationships/notesMaster" Target="/ppt/notesMasters/notesMaster1.xml" Id="R780dd32130e24c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541708f0b64d52" /><Relationship Type="http://schemas.openxmlformats.org/officeDocument/2006/relationships/notesMaster" Target="/ppt/notesMasters/notesMaster1.xml" Id="R21f70fcfa25048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067be51df24d73" /><Relationship Type="http://schemas.openxmlformats.org/officeDocument/2006/relationships/notesMaster" Target="/ppt/notesMasters/notesMaster1.xml" Id="R80acf681dfae4d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cf429fdfc146b7" /><Relationship Type="http://schemas.openxmlformats.org/officeDocument/2006/relationships/notesMaster" Target="/ppt/notesMasters/notesMaster1.xml" Id="Rf2e13561186e49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a35bad2bea4e44" /><Relationship Type="http://schemas.openxmlformats.org/officeDocument/2006/relationships/notesMaster" Target="/ppt/notesMasters/notesMaster1.xml" Id="Rfe5512bfe78841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1bc000f28d4b04" /><Relationship Type="http://schemas.openxmlformats.org/officeDocument/2006/relationships/notesMaster" Target="/ppt/notesMasters/notesMaster1.xml" Id="Rd174855d589849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We’re Team Clickbait, and this is Campus Atlas, our Campus Resource Finder for CCNY. The goal is to give students one clear place to begin when they are looking for campus support. I’ll walk through the interface, show how each assigned feature fits into it, and be clear about what this frontend prototype does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 interface. Search sits at the top, and the discovery links offer a few common ways to browse. The results area combines category, open-now, and saved-resource filters. The campus artwork is illustrative only; it is labeled in the site so viewers do not mistake it for a real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search supports resource names and types, and the suggestion list helps people narrow the query before opening a result. The category and open-now controls work together with search. A saved tab collects bookmarks. For the live demo, I’ll search for tutoring, choose a result, and then show the filters. Resource records are still bundled examples, not an official CCNY directory.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hours feature compares the current time in the campus timezone with the example hours on each resource. People can expand the card for the weekly schedule. Bookmarks also persist locally. A student can report an issue by selecting a reason and optionally adding a note, but this is a frontend-only project. The report is saved on the current device; staff do not receive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README assigns these four core features to the named teammates. The search, hours, and reporting modules contain the respective feature code. Rahat’s responsive work is mainly in the CSS breakpoints, with the mobile menu and back-to-top behavior in responsive.ts. Each assignment has a visible, working frontend path in the current project. The reporting workflow remains local because there is no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written in HTML, CSS, and plain TypeScript. esbuild bundles the TypeScript for the browser. There is no React, UI framework, backend, database, or API connection. The example resource data ships with the page, and bookmarks, theme choice, and reports use this browser’s local storage. A local static server only serves the files; it does not supply application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start at the search field and enter tutoring. Select a suggestion and point out the matching resource card. Expand weekly hours and read the open status. Then try a category or open-now filter. Bookmark one result and switch to Saved. Use the moon button in the header to show dark mode. Finally, open a report form and explain that submitting it stores a local demo entry; it does not contact the college.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shows the assigned interface features, but the records and weekly schedules are examples. The illustration is not a map, and hours do not include holiday exceptions. Before this could be used as a real campus service, the team would need verified information and a shared report-handling process. Thank you. We’re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cbfd77d8574c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44b43ddbd04e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73bc90786246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8b331c7ab549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dde5fe5e3644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0c8f29cd4a4b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A23401-4BE0-467A-9DD6-D17410E7E5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8D57AF-4013-46E4-893E-22F5DC88BB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4ACB7A-76D5-41DF-994D-70BD218C3B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BEB2FC-51E6-4189-A75B-EEC09839FF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1187CF-C4F7-4C39-AA52-25F3656B2B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09811C-1215-46E6-927E-4D799885FE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F58ADB-EC5D-42C5-8B24-9207D9A161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F5F027-4BC9-414D-A60A-D8E680B991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297EE-478A-4B21-AB5F-71AE10F3F8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4EEE04-7491-465E-AF27-144AF28B9E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ef091f0a2c448a" /><Relationship Type="http://schemas.openxmlformats.org/officeDocument/2006/relationships/slideLayout" Target="/ppt/slideLayouts/slideLayout1.xml" Id="R37c0063b788b4b37" /><Relationship Type="http://schemas.openxmlformats.org/officeDocument/2006/relationships/slideLayout" Target="/ppt/slideLayouts/slideLayout2.xml" Id="R7bd37249e9be4f64" /><Relationship Type="http://schemas.openxmlformats.org/officeDocument/2006/relationships/slideLayout" Target="/ppt/slideLayouts/slideLayout3.xml" Id="Rdaf446711c794cd4" /><Relationship Type="http://schemas.openxmlformats.org/officeDocument/2006/relationships/slideLayout" Target="/ppt/slideLayouts/slideLayout4.xml" Id="Red559c0c3dba4d16" /><Relationship Type="http://schemas.openxmlformats.org/officeDocument/2006/relationships/slideLayout" Target="/ppt/slideLayouts/slideLayout5.xml" Id="Rdfe07cfaecb14502" /><Relationship Type="http://schemas.openxmlformats.org/officeDocument/2006/relationships/slideLayout" Target="/ppt/slideLayouts/slideLayout6.xml" Id="Ra3ba8e8566124f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c0063b788b4b37"/>
    <p:sldLayoutId xmlns:r="http://schemas.openxmlformats.org/officeDocument/2006/relationships" id="2147483650" r:id="R7bd37249e9be4f64"/>
    <p:sldLayoutId xmlns:r="http://schemas.openxmlformats.org/officeDocument/2006/relationships" id="2147483651" r:id="Rdaf446711c794cd4"/>
    <p:sldLayoutId xmlns:r="http://schemas.openxmlformats.org/officeDocument/2006/relationships" id="2147483652" r:id="Red559c0c3dba4d16"/>
    <p:sldLayoutId xmlns:r="http://schemas.openxmlformats.org/officeDocument/2006/relationships" id="2147483653" r:id="Rdfe07cfaecb14502"/>
    <p:sldLayoutId xmlns:r="http://schemas.openxmlformats.org/officeDocument/2006/relationships" id="2147483654" r:id="Ra3ba8e8566124f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eb0fa3d4444fd5" /><Relationship Type="http://schemas.openxmlformats.org/officeDocument/2006/relationships/image" Target="/ppt/media/image.jpeg" Id="R03c30a7c61fa47d5" /><Relationship Type="http://schemas.openxmlformats.org/officeDocument/2006/relationships/image" Target="/ppt/media/image.svg" Id="Re1ac3c17943b4547" /><Relationship Type="http://schemas.openxmlformats.org/officeDocument/2006/relationships/notesSlide" Target="/ppt/notesSlides/notesSlide1.xml" Id="Re45bb5517af147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edd919b8624970" /><Relationship Type="http://schemas.openxmlformats.org/officeDocument/2006/relationships/image" Target="/ppt/media/image.jpeg" Id="R72307e6446194128" /><Relationship Type="http://schemas.openxmlformats.org/officeDocument/2006/relationships/notesSlide" Target="/ppt/notesSlides/notesSlide2.xml" Id="Rf8984ad741b548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be09e8768c4ff3" /><Relationship Type="http://schemas.openxmlformats.org/officeDocument/2006/relationships/notesSlide" Target="/ppt/notesSlides/notesSlide3.xml" Id="R2540d25f564d4b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5b182530674e05" /><Relationship Type="http://schemas.openxmlformats.org/officeDocument/2006/relationships/notesSlide" Target="/ppt/notesSlides/notesSlide4.xml" Id="Rc717d32c3d8047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7589832cb54e71" /><Relationship Type="http://schemas.openxmlformats.org/officeDocument/2006/relationships/notesSlide" Target="/ppt/notesSlides/notesSlide5.xml" Id="Rb927f11bd57b4e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96b2c05b6d8405d" /><Relationship Type="http://schemas.openxmlformats.org/officeDocument/2006/relationships/notesSlide" Target="/ppt/notesSlides/notesSlide6.xml" Id="R6055489bb2604f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e9deb0281b43d9" /><Relationship Type="http://schemas.openxmlformats.org/officeDocument/2006/relationships/notesSlide" Target="/ppt/notesSlides/notesSlide7.xml" Id="Redeba98ef91040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f73622a8fc4af3" /><Relationship Type="http://schemas.openxmlformats.org/officeDocument/2006/relationships/notesSlide" Target="/ppt/notesSlides/notesSlide8.xml" Id="R5bdb9357469a4fc1" /></Relationships>
</file>

<file path=ppt/slides/slide1.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138D01-BB1F-468F-97A1-5825A50255ED}"/>
              </a:ext>
            </a:extLst>
          </p:cNvPr>
          <p:cNvSpPr>
            <a:spLocks xmlns:a="http://schemas.openxmlformats.org/drawingml/2006/main" noGrp="1"/>
          </p:cNvSpPr>
          <p:nvPr/>
        </p:nvSpPr>
        <p:spPr>
          <a:xfrm xmlns:a="http://schemas.openxmlformats.org/drawingml/2006/main">
            <a:off x="723900" y="7048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TEAM CLICKBAIT  /  CCNY</a:t>
            </a:r>
          </a:p>
        </p:txBody>
      </p:sp>
      <p:sp>
        <p:nvSpPr>
          <p:cNvPr id="2" name="">
            <a:extLst xmlns:a="http://schemas.openxmlformats.org/drawingml/2006/main">
              <a:ext uri="{FF2B5EF4-FFF2-40B4-BE49-F238E27FC236}">
                <a16:creationId xmlns:a16="http://schemas.microsoft.com/office/drawing/2014/main" id="{9CCEAE46-6FA3-49BF-9CAA-17075AD74FB3}"/>
              </a:ext>
            </a:extLst>
          </p:cNvPr>
          <p:cNvSpPr>
            <a:spLocks xmlns:a="http://schemas.openxmlformats.org/drawingml/2006/main" noGrp="1"/>
          </p:cNvSpPr>
          <p:nvPr/>
        </p:nvSpPr>
        <p:spPr>
          <a:xfrm xmlns:a="http://schemas.openxmlformats.org/drawingml/2006/main">
            <a:off x="723900" y="1581150"/>
            <a:ext cx="59055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128"/>
                </a:solidFill>
                <a:latin typeface="Arial"/>
                <a:ea typeface="Arial"/>
                <a:cs typeface="Arial"/>
              </a:defRPr>
            </a:defPPr>
            <a:lvl1pPr algn="l">
              <a:buNone/>
              <a:defRPr sz="4800" b="1">
                <a:solidFill>
                  <a:srgbClr val="242128"/>
                </a:solidFill>
                <a:latin typeface="Arial"/>
                <a:ea typeface="Arial"/>
                <a:cs typeface="Arial"/>
              </a:defRPr>
            </a:lvl1pPr>
            <a:lvl2pPr algn="l">
              <a:buNone/>
              <a:defRPr sz="4800" b="1">
                <a:solidFill>
                  <a:srgbClr val="242128"/>
                </a:solidFill>
                <a:latin typeface="Arial"/>
                <a:ea typeface="Arial"/>
                <a:cs typeface="Arial"/>
              </a:defRPr>
            </a:lvl2pPr>
            <a:lvl3pPr algn="l">
              <a:buNone/>
              <a:defRPr sz="4800" b="1">
                <a:solidFill>
                  <a:srgbClr val="242128"/>
                </a:solidFill>
                <a:latin typeface="Arial"/>
                <a:ea typeface="Arial"/>
                <a:cs typeface="Arial"/>
              </a:defRPr>
            </a:lvl3pPr>
            <a:lvl4pPr algn="l">
              <a:buNone/>
              <a:defRPr sz="4800" b="1">
                <a:solidFill>
                  <a:srgbClr val="242128"/>
                </a:solidFill>
                <a:latin typeface="Arial"/>
                <a:ea typeface="Arial"/>
                <a:cs typeface="Arial"/>
              </a:defRPr>
            </a:lvl4pPr>
            <a:lvl5pPr algn="l">
              <a:buNone/>
              <a:defRPr sz="4800" b="1">
                <a:solidFill>
                  <a:srgbClr val="242128"/>
                </a:solidFill>
                <a:latin typeface="Arial"/>
                <a:ea typeface="Arial"/>
                <a:cs typeface="Arial"/>
              </a:defRPr>
            </a:lvl5pPr>
            <a:lvl6pPr algn="l">
              <a:buNone/>
              <a:defRPr sz="4800" b="1">
                <a:solidFill>
                  <a:srgbClr val="242128"/>
                </a:solidFill>
                <a:latin typeface="Arial"/>
                <a:ea typeface="Arial"/>
                <a:cs typeface="Arial"/>
              </a:defRPr>
            </a:lvl6pPr>
            <a:lvl7pPr algn="l">
              <a:buNone/>
              <a:defRPr sz="4800" b="1">
                <a:solidFill>
                  <a:srgbClr val="242128"/>
                </a:solidFill>
                <a:latin typeface="Arial"/>
                <a:ea typeface="Arial"/>
                <a:cs typeface="Arial"/>
              </a:defRPr>
            </a:lvl7pPr>
            <a:lvl8pPr algn="l">
              <a:buNone/>
              <a:defRPr sz="4800" b="1">
                <a:solidFill>
                  <a:srgbClr val="242128"/>
                </a:solidFill>
                <a:latin typeface="Arial"/>
                <a:ea typeface="Arial"/>
                <a:cs typeface="Arial"/>
              </a:defRPr>
            </a:lvl8pPr>
            <a:lvl9pPr algn="l">
              <a:buNone/>
              <a:defRPr sz="4800" b="1">
                <a:solidFill>
                  <a:srgbClr val="242128"/>
                </a:solidFill>
                <a:latin typeface="Arial"/>
                <a:ea typeface="Arial"/>
                <a:cs typeface="Arial"/>
              </a:defRPr>
            </a:lvl9pPr>
          </a:lstStyle>
          <a:p xmlns:a="http://schemas.openxmlformats.org/drawingml/2006/main">
            <a:pPr algn="l">
              <a:buNone/>
              <a:defRPr sz="4800" b="1">
                <a:solidFill>
                  <a:srgbClr val="242128"/>
                </a:solidFill>
                <a:latin typeface="Arial"/>
                <a:ea typeface="Arial"/>
                <a:cs typeface="Arial"/>
              </a:defRPr>
            </a:pPr>
            <a:r>
              <a:rPr sz="4800" b="1">
                <a:solidFill>
                  <a:srgbClr val="242128"/>
                </a:solidFill>
                <a:latin typeface="Arial"/>
                <a:ea typeface="Arial"/>
                <a:cs typeface="Arial"/>
              </a:rPr>
              <a:t>Campus</a:t>
            </a:r>
          </a:p>
          <a:p xmlns:a="http://schemas.openxmlformats.org/drawingml/2006/main">
            <a:pPr algn="l">
              <a:buNone/>
              <a:defRPr sz="4800" b="1">
                <a:solidFill>
                  <a:srgbClr val="242128"/>
                </a:solidFill>
                <a:latin typeface="Arial"/>
                <a:ea typeface="Arial"/>
                <a:cs typeface="Arial"/>
              </a:defRPr>
            </a:pPr>
            <a:r>
              <a:rPr sz="4800" b="1">
                <a:solidFill>
                  <a:srgbClr val="242128"/>
                </a:solidFill>
                <a:latin typeface="Arial"/>
                <a:ea typeface="Arial"/>
                <a:cs typeface="Arial"/>
              </a:rPr>
              <a:t>Resource Finder</a:t>
            </a:r>
          </a:p>
        </p:txBody>
      </p:sp>
      <p:sp>
        <p:nvSpPr>
          <p:cNvPr id="3" name="">
            <a:extLst xmlns:a="http://schemas.openxmlformats.org/drawingml/2006/main">
              <a:ext uri="{FF2B5EF4-FFF2-40B4-BE49-F238E27FC236}">
                <a16:creationId xmlns:a16="http://schemas.microsoft.com/office/drawing/2014/main" id="{0DD0FD1E-9C1D-46AA-9185-5CF01721BB7D}"/>
              </a:ext>
            </a:extLst>
          </p:cNvPr>
          <p:cNvSpPr>
            <a:spLocks xmlns:a="http://schemas.openxmlformats.org/drawingml/2006/main" noGrp="1"/>
          </p:cNvSpPr>
          <p:nvPr/>
        </p:nvSpPr>
        <p:spPr>
          <a:xfrm xmlns:a="http://schemas.openxmlformats.org/drawingml/2006/main">
            <a:off x="762000" y="36385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736D78"/>
                </a:solidFill>
                <a:latin typeface="Arial"/>
                <a:ea typeface="Arial"/>
                <a:cs typeface="Arial"/>
              </a:defRPr>
            </a:defPPr>
            <a:lvl1pPr algn="l">
              <a:buNone/>
              <a:defRPr sz="1950" b="0">
                <a:solidFill>
                  <a:srgbClr val="736D78"/>
                </a:solidFill>
                <a:latin typeface="Arial"/>
                <a:ea typeface="Arial"/>
                <a:cs typeface="Arial"/>
              </a:defRPr>
            </a:lvl1pPr>
            <a:lvl2pPr algn="l">
              <a:buNone/>
              <a:defRPr sz="1950" b="0">
                <a:solidFill>
                  <a:srgbClr val="736D78"/>
                </a:solidFill>
                <a:latin typeface="Arial"/>
                <a:ea typeface="Arial"/>
                <a:cs typeface="Arial"/>
              </a:defRPr>
            </a:lvl2pPr>
            <a:lvl3pPr algn="l">
              <a:buNone/>
              <a:defRPr sz="1950" b="0">
                <a:solidFill>
                  <a:srgbClr val="736D78"/>
                </a:solidFill>
                <a:latin typeface="Arial"/>
                <a:ea typeface="Arial"/>
                <a:cs typeface="Arial"/>
              </a:defRPr>
            </a:lvl3pPr>
            <a:lvl4pPr algn="l">
              <a:buNone/>
              <a:defRPr sz="1950" b="0">
                <a:solidFill>
                  <a:srgbClr val="736D78"/>
                </a:solidFill>
                <a:latin typeface="Arial"/>
                <a:ea typeface="Arial"/>
                <a:cs typeface="Arial"/>
              </a:defRPr>
            </a:lvl4pPr>
            <a:lvl5pPr algn="l">
              <a:buNone/>
              <a:defRPr sz="1950" b="0">
                <a:solidFill>
                  <a:srgbClr val="736D78"/>
                </a:solidFill>
                <a:latin typeface="Arial"/>
                <a:ea typeface="Arial"/>
                <a:cs typeface="Arial"/>
              </a:defRPr>
            </a:lvl5pPr>
            <a:lvl6pPr algn="l">
              <a:buNone/>
              <a:defRPr sz="1950" b="0">
                <a:solidFill>
                  <a:srgbClr val="736D78"/>
                </a:solidFill>
                <a:latin typeface="Arial"/>
                <a:ea typeface="Arial"/>
                <a:cs typeface="Arial"/>
              </a:defRPr>
            </a:lvl6pPr>
            <a:lvl7pPr algn="l">
              <a:buNone/>
              <a:defRPr sz="1950" b="0">
                <a:solidFill>
                  <a:srgbClr val="736D78"/>
                </a:solidFill>
                <a:latin typeface="Arial"/>
                <a:ea typeface="Arial"/>
                <a:cs typeface="Arial"/>
              </a:defRPr>
            </a:lvl7pPr>
            <a:lvl8pPr algn="l">
              <a:buNone/>
              <a:defRPr sz="1950" b="0">
                <a:solidFill>
                  <a:srgbClr val="736D78"/>
                </a:solidFill>
                <a:latin typeface="Arial"/>
                <a:ea typeface="Arial"/>
                <a:cs typeface="Arial"/>
              </a:defRPr>
            </a:lvl8pPr>
            <a:lvl9pPr algn="l">
              <a:buNone/>
              <a:defRPr sz="1950" b="0">
                <a:solidFill>
                  <a:srgbClr val="736D78"/>
                </a:solidFill>
                <a:latin typeface="Arial"/>
                <a:ea typeface="Arial"/>
                <a:cs typeface="Arial"/>
              </a:defRPr>
            </a:lvl9pPr>
          </a:lstStyle>
          <a:p xmlns:a="http://schemas.openxmlformats.org/drawingml/2006/main">
            <a:pPr algn="l">
              <a:buNone/>
              <a:defRPr sz="1950" b="0">
                <a:solidFill>
                  <a:srgbClr val="736D78"/>
                </a:solidFill>
                <a:latin typeface="Arial"/>
                <a:ea typeface="Arial"/>
                <a:cs typeface="Arial"/>
              </a:defRPr>
            </a:pPr>
            <a:r>
              <a:rPr sz="1950" b="0">
                <a:solidFill>
                  <a:srgbClr val="736D78"/>
                </a:solidFill>
                <a:latin typeface="Arial"/>
                <a:ea typeface="Arial"/>
                <a:cs typeface="Arial"/>
              </a:rPr>
              <a:t>A clearer way to find student support at City College</a:t>
            </a:r>
          </a:p>
        </p:txBody>
      </p:sp>
      <p:sp>
        <p:nvSpPr>
          <p:cNvPr id="4" name="">
            <a:extLst xmlns:a="http://schemas.openxmlformats.org/drawingml/2006/main">
              <a:ext uri="{FF2B5EF4-FFF2-40B4-BE49-F238E27FC236}">
                <a16:creationId xmlns:a16="http://schemas.microsoft.com/office/drawing/2014/main" id="{AC8932FD-4268-48D6-AD41-D97A3CD38FBF}"/>
              </a:ext>
            </a:extLst>
          </p:cNvPr>
          <p:cNvSpPr>
            <a:spLocks xmlns:a="http://schemas.openxmlformats.org/drawingml/2006/main" noGrp="1"/>
          </p:cNvSpPr>
          <p:nvPr/>
        </p:nvSpPr>
        <p:spPr>
          <a:xfrm xmlns:a="http://schemas.openxmlformats.org/drawingml/2006/main">
            <a:off x="762000" y="4629150"/>
            <a:ext cx="4572000" cy="0"/>
          </a:xfrm>
          <a:prstGeom xmlns:a="http://schemas.openxmlformats.org/drawingml/2006/main" prst="line">
            <a:avLst/>
          </a:prstGeom>
          <a:noFill xmlns:a="http://schemas.openxmlformats.org/drawingml/2006/main"/>
          <a:ln xmlns:a="http://schemas.openxmlformats.org/drawingml/2006/main" w="28575">
            <a:solidFill>
              <a:srgbClr val="603C91"/>
            </a:solidFill>
            <a:prstDash val="solid"/>
          </a:ln>
        </p:spPr>
      </p:sp>
      <p:sp>
        <p:nvSpPr>
          <p:cNvPr id="5" name="">
            <a:extLst xmlns:a="http://schemas.openxmlformats.org/drawingml/2006/main">
              <a:ext uri="{FF2B5EF4-FFF2-40B4-BE49-F238E27FC236}">
                <a16:creationId xmlns:a16="http://schemas.microsoft.com/office/drawing/2014/main" id="{E691AEFD-C3DF-4B30-A164-0272B2D43D5D}"/>
              </a:ext>
            </a:extLst>
          </p:cNvPr>
          <p:cNvSpPr>
            <a:spLocks xmlns:a="http://schemas.openxmlformats.org/drawingml/2006/main" noGrp="1"/>
          </p:cNvSpPr>
          <p:nvPr/>
        </p:nvSpPr>
        <p:spPr>
          <a:xfrm xmlns:a="http://schemas.openxmlformats.org/drawingml/2006/main">
            <a:off x="762000" y="4857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128"/>
                </a:solidFill>
                <a:latin typeface="Arial"/>
                <a:ea typeface="Arial"/>
                <a:cs typeface="Arial"/>
              </a:defRPr>
            </a:defPPr>
            <a:lvl1pPr algn="l">
              <a:buNone/>
              <a:defRPr sz="1350" b="0">
                <a:solidFill>
                  <a:srgbClr val="242128"/>
                </a:solidFill>
                <a:latin typeface="Arial"/>
                <a:ea typeface="Arial"/>
                <a:cs typeface="Arial"/>
              </a:defRPr>
            </a:lvl1pPr>
            <a:lvl2pPr algn="l">
              <a:buNone/>
              <a:defRPr sz="1350" b="0">
                <a:solidFill>
                  <a:srgbClr val="242128"/>
                </a:solidFill>
                <a:latin typeface="Arial"/>
                <a:ea typeface="Arial"/>
                <a:cs typeface="Arial"/>
              </a:defRPr>
            </a:lvl2pPr>
            <a:lvl3pPr algn="l">
              <a:buNone/>
              <a:defRPr sz="1350" b="0">
                <a:solidFill>
                  <a:srgbClr val="242128"/>
                </a:solidFill>
                <a:latin typeface="Arial"/>
                <a:ea typeface="Arial"/>
                <a:cs typeface="Arial"/>
              </a:defRPr>
            </a:lvl3pPr>
            <a:lvl4pPr algn="l">
              <a:buNone/>
              <a:defRPr sz="1350" b="0">
                <a:solidFill>
                  <a:srgbClr val="242128"/>
                </a:solidFill>
                <a:latin typeface="Arial"/>
                <a:ea typeface="Arial"/>
                <a:cs typeface="Arial"/>
              </a:defRPr>
            </a:lvl4pPr>
            <a:lvl5pPr algn="l">
              <a:buNone/>
              <a:defRPr sz="1350" b="0">
                <a:solidFill>
                  <a:srgbClr val="242128"/>
                </a:solidFill>
                <a:latin typeface="Arial"/>
                <a:ea typeface="Arial"/>
                <a:cs typeface="Arial"/>
              </a:defRPr>
            </a:lvl5pPr>
            <a:lvl6pPr algn="l">
              <a:buNone/>
              <a:defRPr sz="1350" b="0">
                <a:solidFill>
                  <a:srgbClr val="242128"/>
                </a:solidFill>
                <a:latin typeface="Arial"/>
                <a:ea typeface="Arial"/>
                <a:cs typeface="Arial"/>
              </a:defRPr>
            </a:lvl6pPr>
            <a:lvl7pPr algn="l">
              <a:buNone/>
              <a:defRPr sz="1350" b="0">
                <a:solidFill>
                  <a:srgbClr val="242128"/>
                </a:solidFill>
                <a:latin typeface="Arial"/>
                <a:ea typeface="Arial"/>
                <a:cs typeface="Arial"/>
              </a:defRPr>
            </a:lvl7pPr>
            <a:lvl8pPr algn="l">
              <a:buNone/>
              <a:defRPr sz="1350" b="0">
                <a:solidFill>
                  <a:srgbClr val="242128"/>
                </a:solidFill>
                <a:latin typeface="Arial"/>
                <a:ea typeface="Arial"/>
                <a:cs typeface="Arial"/>
              </a:defRPr>
            </a:lvl8pPr>
            <a:lvl9pPr algn="l">
              <a:buNone/>
              <a:defRPr sz="1350" b="0">
                <a:solidFill>
                  <a:srgbClr val="242128"/>
                </a:solidFill>
                <a:latin typeface="Arial"/>
                <a:ea typeface="Arial"/>
                <a:cs typeface="Arial"/>
              </a:defRPr>
            </a:lvl9pPr>
          </a:lstStyle>
          <a:p xmlns:a="http://schemas.openxmlformats.org/drawingml/2006/main">
            <a:pPr algn="l">
              <a:buNone/>
              <a:defRPr sz="1350" b="0">
                <a:solidFill>
                  <a:srgbClr val="242128"/>
                </a:solidFill>
                <a:latin typeface="Arial"/>
                <a:ea typeface="Arial"/>
                <a:cs typeface="Arial"/>
              </a:defRPr>
            </a:pPr>
            <a:r>
              <a:rPr sz="1350" b="0">
                <a:solidFill>
                  <a:srgbClr val="242128"/>
                </a:solidFill>
                <a:latin typeface="Arial"/>
                <a:ea typeface="Arial"/>
                <a:cs typeface="Arial"/>
              </a:rPr>
              <a:t>CSc 47300  ·  Fall 2026</a:t>
            </a:r>
          </a:p>
        </p:txBody>
      </p:sp>
      <p:sp>
        <p:nvSpPr>
          <p:cNvPr id="6" name="">
            <a:extLst xmlns:a="http://schemas.openxmlformats.org/drawingml/2006/main">
              <a:ext uri="{FF2B5EF4-FFF2-40B4-BE49-F238E27FC236}">
                <a16:creationId xmlns:a16="http://schemas.microsoft.com/office/drawing/2014/main" id="{8A4D17D5-4B49-437F-9530-A498C2EA93A7}"/>
              </a:ext>
            </a:extLst>
          </p:cNvPr>
          <p:cNvSpPr>
            <a:spLocks xmlns:a="http://schemas.openxmlformats.org/drawingml/2006/main" noGrp="1"/>
          </p:cNvSpPr>
          <p:nvPr/>
        </p:nvSpPr>
        <p:spPr>
          <a:xfrm xmlns:a="http://schemas.openxmlformats.org/drawingml/2006/main">
            <a:off x="762000" y="524827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736D78"/>
                </a:solidFill>
                <a:latin typeface="Arial"/>
                <a:ea typeface="Arial"/>
                <a:cs typeface="Arial"/>
              </a:defRPr>
            </a:defPPr>
            <a:lvl1pPr algn="l">
              <a:buNone/>
              <a:defRPr sz="1275" b="0">
                <a:solidFill>
                  <a:srgbClr val="736D78"/>
                </a:solidFill>
                <a:latin typeface="Arial"/>
                <a:ea typeface="Arial"/>
                <a:cs typeface="Arial"/>
              </a:defRPr>
            </a:lvl1pPr>
            <a:lvl2pPr algn="l">
              <a:buNone/>
              <a:defRPr sz="1275" b="0">
                <a:solidFill>
                  <a:srgbClr val="736D78"/>
                </a:solidFill>
                <a:latin typeface="Arial"/>
                <a:ea typeface="Arial"/>
                <a:cs typeface="Arial"/>
              </a:defRPr>
            </a:lvl2pPr>
            <a:lvl3pPr algn="l">
              <a:buNone/>
              <a:defRPr sz="1275" b="0">
                <a:solidFill>
                  <a:srgbClr val="736D78"/>
                </a:solidFill>
                <a:latin typeface="Arial"/>
                <a:ea typeface="Arial"/>
                <a:cs typeface="Arial"/>
              </a:defRPr>
            </a:lvl3pPr>
            <a:lvl4pPr algn="l">
              <a:buNone/>
              <a:defRPr sz="1275" b="0">
                <a:solidFill>
                  <a:srgbClr val="736D78"/>
                </a:solidFill>
                <a:latin typeface="Arial"/>
                <a:ea typeface="Arial"/>
                <a:cs typeface="Arial"/>
              </a:defRPr>
            </a:lvl4pPr>
            <a:lvl5pPr algn="l">
              <a:buNone/>
              <a:defRPr sz="1275" b="0">
                <a:solidFill>
                  <a:srgbClr val="736D78"/>
                </a:solidFill>
                <a:latin typeface="Arial"/>
                <a:ea typeface="Arial"/>
                <a:cs typeface="Arial"/>
              </a:defRPr>
            </a:lvl5pPr>
            <a:lvl6pPr algn="l">
              <a:buNone/>
              <a:defRPr sz="1275" b="0">
                <a:solidFill>
                  <a:srgbClr val="736D78"/>
                </a:solidFill>
                <a:latin typeface="Arial"/>
                <a:ea typeface="Arial"/>
                <a:cs typeface="Arial"/>
              </a:defRPr>
            </a:lvl6pPr>
            <a:lvl7pPr algn="l">
              <a:buNone/>
              <a:defRPr sz="1275" b="0">
                <a:solidFill>
                  <a:srgbClr val="736D78"/>
                </a:solidFill>
                <a:latin typeface="Arial"/>
                <a:ea typeface="Arial"/>
                <a:cs typeface="Arial"/>
              </a:defRPr>
            </a:lvl7pPr>
            <a:lvl8pPr algn="l">
              <a:buNone/>
              <a:defRPr sz="1275" b="0">
                <a:solidFill>
                  <a:srgbClr val="736D78"/>
                </a:solidFill>
                <a:latin typeface="Arial"/>
                <a:ea typeface="Arial"/>
                <a:cs typeface="Arial"/>
              </a:defRPr>
            </a:lvl8pPr>
            <a:lvl9pPr algn="l">
              <a:buNone/>
              <a:defRPr sz="1275" b="0">
                <a:solidFill>
                  <a:srgbClr val="736D78"/>
                </a:solidFill>
                <a:latin typeface="Arial"/>
                <a:ea typeface="Arial"/>
                <a:cs typeface="Arial"/>
              </a:defRPr>
            </a:lvl9pPr>
          </a:lstStyle>
          <a:p xmlns:a="http://schemas.openxmlformats.org/drawingml/2006/main">
            <a:pPr algn="l">
              <a:buNone/>
              <a:defRPr sz="1275" b="0">
                <a:solidFill>
                  <a:srgbClr val="736D78"/>
                </a:solidFill>
                <a:latin typeface="Arial"/>
                <a:ea typeface="Arial"/>
                <a:cs typeface="Arial"/>
              </a:defRPr>
            </a:pPr>
            <a:r>
              <a:rPr sz="1275" b="0">
                <a:solidFill>
                  <a:srgbClr val="736D78"/>
                </a:solidFill>
                <a:latin typeface="Arial"/>
                <a:ea typeface="Arial"/>
                <a:cs typeface="Arial"/>
              </a:rPr>
              <a:t>HTML · CSS · TypeScript · frontend demonstration</a:t>
            </a:r>
          </a:p>
        </p:txBody>
      </p:sp>
      <p:pic>
        <p:nvPicPr>
          <p:cNvPr id="7" name="">
            <a:extLst xmlns:a="http://schemas.openxmlformats.org/drawingml/2006/main">
              <a:ext uri="{FF2B5EF4-FFF2-40B4-BE49-F238E27FC236}">
                <a16:creationId xmlns:a16="http://schemas.microsoft.com/office/drawing/2014/main" id="{1F4C612C-089D-4AAD-B59F-399596A8CF89}"/>
              </a:ext>
            </a:extLst>
          </p:cNvPr>
          <p:cNvPicPr>
            <a:picLocks xmlns:a="http://schemas.openxmlformats.org/drawingml/2006/main" noChangeAspect="1"/>
          </p:cNvPicPr>
          <p:nvPr/>
        </p:nvPicPr>
        <p:blipFill>
          <a:blip xmlns:r="http://schemas.openxmlformats.org/officeDocument/2006/relationships" xmlns:a="http://schemas.openxmlformats.org/drawingml/2006/main" r:embed="R03c30a7c61fa47d5">
            <a:extLst>
              <a:ext uri="{96DAC541-7B7A-43D3-8B79-37D633B846F1}">
                <asvg:svgBlip xmlns:asvg="http://schemas.microsoft.com/office/drawing/2016/SVG/main" r:embed="Re1ac3c17943b4547"/>
              </a:ext>
            </a:extLst>
          </a:blip>
          <a:stretch xmlns:a="http://schemas.openxmlformats.org/drawingml/2006/main"/>
        </p:blipFill>
        <p:spPr>
          <a:xfrm xmlns:a="http://schemas.openxmlformats.org/drawingml/2006/main">
            <a:off x="6572250" y="1028700"/>
            <a:ext cx="4953000" cy="4476750"/>
          </a:xfrm>
          <a:prstGeom xmlns:a="http://schemas.openxmlformats.org/drawingml/2006/main" prst="rect">
            <a:avLst/>
          </a:prstGeom>
        </p:spPr>
      </p:pic>
    </p:spTree>
    <p:extLst>
      <p:ext uri="{BB962C8B-B14F-4D97-AF65-F5344CB8AC3E}">
        <p14:creationId xmlns:p14="http://schemas.microsoft.com/office/powerpoint/2010/main" val="1669255854"/>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BB9A97-4360-431C-869F-D236E57494E8}"/>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3E95EA39-FDF6-4673-A85D-7ABDA2440223}"/>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9A96F2B3-1D53-4A5C-BAD6-0044444BE27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A8E8EA1F-065C-45F1-88C9-CD1D4584E62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B0CD711-F2FA-49CC-A827-C5B7B0F72865}"/>
              </a:ext>
            </a:extLst>
          </p:cNvPr>
          <p:cNvSpPr>
            <a:spLocks xmlns:a="http://schemas.openxmlformats.org/drawingml/2006/main" noGrp="1"/>
          </p:cNvSpPr>
          <p:nvPr/>
        </p:nvSpPr>
        <p:spPr>
          <a:xfrm xmlns:a="http://schemas.openxmlformats.org/drawingml/2006/main">
            <a:off x="742950" y="895350"/>
            <a:ext cx="528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242128"/>
                </a:solidFill>
                <a:latin typeface="Arial"/>
                <a:ea typeface="Arial"/>
                <a:cs typeface="Arial"/>
              </a:defRPr>
            </a:defPPr>
            <a:lvl1pPr algn="l">
              <a:buNone/>
              <a:defRPr sz="3450" b="1">
                <a:solidFill>
                  <a:srgbClr val="242128"/>
                </a:solidFill>
                <a:latin typeface="Arial"/>
                <a:ea typeface="Arial"/>
                <a:cs typeface="Arial"/>
              </a:defRPr>
            </a:lvl1pPr>
            <a:lvl2pPr algn="l">
              <a:buNone/>
              <a:defRPr sz="3450" b="1">
                <a:solidFill>
                  <a:srgbClr val="242128"/>
                </a:solidFill>
                <a:latin typeface="Arial"/>
                <a:ea typeface="Arial"/>
                <a:cs typeface="Arial"/>
              </a:defRPr>
            </a:lvl2pPr>
            <a:lvl3pPr algn="l">
              <a:buNone/>
              <a:defRPr sz="3450" b="1">
                <a:solidFill>
                  <a:srgbClr val="242128"/>
                </a:solidFill>
                <a:latin typeface="Arial"/>
                <a:ea typeface="Arial"/>
                <a:cs typeface="Arial"/>
              </a:defRPr>
            </a:lvl3pPr>
            <a:lvl4pPr algn="l">
              <a:buNone/>
              <a:defRPr sz="3450" b="1">
                <a:solidFill>
                  <a:srgbClr val="242128"/>
                </a:solidFill>
                <a:latin typeface="Arial"/>
                <a:ea typeface="Arial"/>
                <a:cs typeface="Arial"/>
              </a:defRPr>
            </a:lvl4pPr>
            <a:lvl5pPr algn="l">
              <a:buNone/>
              <a:defRPr sz="3450" b="1">
                <a:solidFill>
                  <a:srgbClr val="242128"/>
                </a:solidFill>
                <a:latin typeface="Arial"/>
                <a:ea typeface="Arial"/>
                <a:cs typeface="Arial"/>
              </a:defRPr>
            </a:lvl5pPr>
            <a:lvl6pPr algn="l">
              <a:buNone/>
              <a:defRPr sz="3450" b="1">
                <a:solidFill>
                  <a:srgbClr val="242128"/>
                </a:solidFill>
                <a:latin typeface="Arial"/>
                <a:ea typeface="Arial"/>
                <a:cs typeface="Arial"/>
              </a:defRPr>
            </a:lvl6pPr>
            <a:lvl7pPr algn="l">
              <a:buNone/>
              <a:defRPr sz="3450" b="1">
                <a:solidFill>
                  <a:srgbClr val="242128"/>
                </a:solidFill>
                <a:latin typeface="Arial"/>
                <a:ea typeface="Arial"/>
                <a:cs typeface="Arial"/>
              </a:defRPr>
            </a:lvl7pPr>
            <a:lvl8pPr algn="l">
              <a:buNone/>
              <a:defRPr sz="3450" b="1">
                <a:solidFill>
                  <a:srgbClr val="242128"/>
                </a:solidFill>
                <a:latin typeface="Arial"/>
                <a:ea typeface="Arial"/>
                <a:cs typeface="Arial"/>
              </a:defRPr>
            </a:lvl8pPr>
            <a:lvl9pPr algn="l">
              <a:buNone/>
              <a:defRPr sz="3450" b="1">
                <a:solidFill>
                  <a:srgbClr val="242128"/>
                </a:solidFill>
                <a:latin typeface="Arial"/>
                <a:ea typeface="Arial"/>
                <a:cs typeface="Arial"/>
              </a:defRPr>
            </a:lvl9pPr>
          </a:lstStyle>
          <a:p xmlns:a="http://schemas.openxmlformats.org/drawingml/2006/main">
            <a:pPr algn="l">
              <a:buNone/>
              <a:defRPr sz="3450" b="1">
                <a:solidFill>
                  <a:srgbClr val="242128"/>
                </a:solidFill>
                <a:latin typeface="Arial"/>
                <a:ea typeface="Arial"/>
                <a:cs typeface="Arial"/>
              </a:defRPr>
            </a:pPr>
            <a:r>
              <a:rPr sz="3450" b="1">
                <a:solidFill>
                  <a:srgbClr val="242128"/>
                </a:solidFill>
                <a:latin typeface="Arial"/>
                <a:ea typeface="Arial"/>
                <a:cs typeface="Arial"/>
              </a:rPr>
              <a:t>One place to start</a:t>
            </a:r>
          </a:p>
        </p:txBody>
      </p:sp>
      <p:sp>
        <p:nvSpPr>
          <p:cNvPr id="6" name="">
            <a:extLst xmlns:a="http://schemas.openxmlformats.org/drawingml/2006/main">
              <a:ext uri="{FF2B5EF4-FFF2-40B4-BE49-F238E27FC236}">
                <a16:creationId xmlns:a16="http://schemas.microsoft.com/office/drawing/2014/main" id="{635D6D01-F58C-4034-9D00-A41C9F9F4AF0}"/>
              </a:ext>
            </a:extLst>
          </p:cNvPr>
          <p:cNvSpPr>
            <a:spLocks xmlns:a="http://schemas.openxmlformats.org/drawingml/2006/main" noGrp="1"/>
          </p:cNvSpPr>
          <p:nvPr/>
        </p:nvSpPr>
        <p:spPr>
          <a:xfrm xmlns:a="http://schemas.openxmlformats.org/drawingml/2006/main">
            <a:off x="762000" y="160020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736D78"/>
                </a:solidFill>
                <a:latin typeface="Arial"/>
                <a:ea typeface="Arial"/>
                <a:cs typeface="Arial"/>
              </a:defRPr>
            </a:defPPr>
            <a:lvl1pPr algn="l">
              <a:buNone/>
              <a:defRPr sz="1725" b="0">
                <a:solidFill>
                  <a:srgbClr val="736D78"/>
                </a:solidFill>
                <a:latin typeface="Arial"/>
                <a:ea typeface="Arial"/>
                <a:cs typeface="Arial"/>
              </a:defRPr>
            </a:lvl1pPr>
            <a:lvl2pPr algn="l">
              <a:buNone/>
              <a:defRPr sz="1725" b="0">
                <a:solidFill>
                  <a:srgbClr val="736D78"/>
                </a:solidFill>
                <a:latin typeface="Arial"/>
                <a:ea typeface="Arial"/>
                <a:cs typeface="Arial"/>
              </a:defRPr>
            </a:lvl2pPr>
            <a:lvl3pPr algn="l">
              <a:buNone/>
              <a:defRPr sz="1725" b="0">
                <a:solidFill>
                  <a:srgbClr val="736D78"/>
                </a:solidFill>
                <a:latin typeface="Arial"/>
                <a:ea typeface="Arial"/>
                <a:cs typeface="Arial"/>
              </a:defRPr>
            </a:lvl3pPr>
            <a:lvl4pPr algn="l">
              <a:buNone/>
              <a:defRPr sz="1725" b="0">
                <a:solidFill>
                  <a:srgbClr val="736D78"/>
                </a:solidFill>
                <a:latin typeface="Arial"/>
                <a:ea typeface="Arial"/>
                <a:cs typeface="Arial"/>
              </a:defRPr>
            </a:lvl4pPr>
            <a:lvl5pPr algn="l">
              <a:buNone/>
              <a:defRPr sz="1725" b="0">
                <a:solidFill>
                  <a:srgbClr val="736D78"/>
                </a:solidFill>
                <a:latin typeface="Arial"/>
                <a:ea typeface="Arial"/>
                <a:cs typeface="Arial"/>
              </a:defRPr>
            </a:lvl5pPr>
            <a:lvl6pPr algn="l">
              <a:buNone/>
              <a:defRPr sz="1725" b="0">
                <a:solidFill>
                  <a:srgbClr val="736D78"/>
                </a:solidFill>
                <a:latin typeface="Arial"/>
                <a:ea typeface="Arial"/>
                <a:cs typeface="Arial"/>
              </a:defRPr>
            </a:lvl6pPr>
            <a:lvl7pPr algn="l">
              <a:buNone/>
              <a:defRPr sz="1725" b="0">
                <a:solidFill>
                  <a:srgbClr val="736D78"/>
                </a:solidFill>
                <a:latin typeface="Arial"/>
                <a:ea typeface="Arial"/>
                <a:cs typeface="Arial"/>
              </a:defRPr>
            </a:lvl7pPr>
            <a:lvl8pPr algn="l">
              <a:buNone/>
              <a:defRPr sz="1725" b="0">
                <a:solidFill>
                  <a:srgbClr val="736D78"/>
                </a:solidFill>
                <a:latin typeface="Arial"/>
                <a:ea typeface="Arial"/>
                <a:cs typeface="Arial"/>
              </a:defRPr>
            </a:lvl8pPr>
            <a:lvl9pPr algn="l">
              <a:buNone/>
              <a:defRPr sz="1725" b="0">
                <a:solidFill>
                  <a:srgbClr val="736D78"/>
                </a:solidFill>
                <a:latin typeface="Arial"/>
                <a:ea typeface="Arial"/>
                <a:cs typeface="Arial"/>
              </a:defRPr>
            </a:lvl9pPr>
          </a:lstStyle>
          <a:p xmlns:a="http://schemas.openxmlformats.org/drawingml/2006/main">
            <a:pPr algn="l">
              <a:buNone/>
              <a:defRPr sz="1725" b="0">
                <a:solidFill>
                  <a:srgbClr val="736D78"/>
                </a:solidFill>
                <a:latin typeface="Arial"/>
                <a:ea typeface="Arial"/>
                <a:cs typeface="Arial"/>
              </a:defRPr>
            </a:pPr>
            <a:r>
              <a:rPr sz="1725" b="0">
                <a:solidFill>
                  <a:srgbClr val="736D78"/>
                </a:solidFill>
                <a:latin typeface="Arial"/>
                <a:ea typeface="Arial"/>
                <a:cs typeface="Arial"/>
              </a:rPr>
              <a:t>Search first. Browse when you need a starting point.</a:t>
            </a:r>
          </a:p>
        </p:txBody>
      </p:sp>
      <p:sp>
        <p:nvSpPr>
          <p:cNvPr id="7" name="">
            <a:extLst xmlns:a="http://schemas.openxmlformats.org/drawingml/2006/main">
              <a:ext uri="{FF2B5EF4-FFF2-40B4-BE49-F238E27FC236}">
                <a16:creationId xmlns:a16="http://schemas.microsoft.com/office/drawing/2014/main" id="{C97945FA-B1C7-4EF7-A9CD-38E0D18C577A}"/>
              </a:ext>
            </a:extLst>
          </p:cNvPr>
          <p:cNvSpPr>
            <a:spLocks xmlns:a="http://schemas.openxmlformats.org/drawingml/2006/main" noGrp="1"/>
          </p:cNvSpPr>
          <p:nvPr/>
        </p:nvSpPr>
        <p:spPr>
          <a:xfrm xmlns:a="http://schemas.openxmlformats.org/drawingml/2006/main">
            <a:off x="781050" y="25717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buNone/>
              <a:defRPr sz="1875" b="1">
                <a:solidFill>
                  <a:srgbClr val="242128"/>
                </a:solidFill>
                <a:latin typeface="Arial"/>
                <a:ea typeface="Arial"/>
                <a:cs typeface="Arial"/>
              </a:defRPr>
            </a:lvl1pPr>
            <a:lvl2pPr algn="l">
              <a:buNone/>
              <a:defRPr sz="1875" b="1">
                <a:solidFill>
                  <a:srgbClr val="242128"/>
                </a:solidFill>
                <a:latin typeface="Arial"/>
                <a:ea typeface="Arial"/>
                <a:cs typeface="Arial"/>
              </a:defRPr>
            </a:lvl2pPr>
            <a:lvl3pPr algn="l">
              <a:buNone/>
              <a:defRPr sz="1875" b="1">
                <a:solidFill>
                  <a:srgbClr val="242128"/>
                </a:solidFill>
                <a:latin typeface="Arial"/>
                <a:ea typeface="Arial"/>
                <a:cs typeface="Arial"/>
              </a:defRPr>
            </a:lvl3pPr>
            <a:lvl4pPr algn="l">
              <a:buNone/>
              <a:defRPr sz="1875" b="1">
                <a:solidFill>
                  <a:srgbClr val="242128"/>
                </a:solidFill>
                <a:latin typeface="Arial"/>
                <a:ea typeface="Arial"/>
                <a:cs typeface="Arial"/>
              </a:defRPr>
            </a:lvl4pPr>
            <a:lvl5pPr algn="l">
              <a:buNone/>
              <a:defRPr sz="1875" b="1">
                <a:solidFill>
                  <a:srgbClr val="242128"/>
                </a:solidFill>
                <a:latin typeface="Arial"/>
                <a:ea typeface="Arial"/>
                <a:cs typeface="Arial"/>
              </a:defRPr>
            </a:lvl5pPr>
            <a:lvl6pPr algn="l">
              <a:buNone/>
              <a:defRPr sz="1875" b="1">
                <a:solidFill>
                  <a:srgbClr val="242128"/>
                </a:solidFill>
                <a:latin typeface="Arial"/>
                <a:ea typeface="Arial"/>
                <a:cs typeface="Arial"/>
              </a:defRPr>
            </a:lvl6pPr>
            <a:lvl7pPr algn="l">
              <a:buNone/>
              <a:defRPr sz="1875" b="1">
                <a:solidFill>
                  <a:srgbClr val="242128"/>
                </a:solidFill>
                <a:latin typeface="Arial"/>
                <a:ea typeface="Arial"/>
                <a:cs typeface="Arial"/>
              </a:defRPr>
            </a:lvl7pPr>
            <a:lvl8pPr algn="l">
              <a:buNone/>
              <a:defRPr sz="1875" b="1">
                <a:solidFill>
                  <a:srgbClr val="242128"/>
                </a:solidFill>
                <a:latin typeface="Arial"/>
                <a:ea typeface="Arial"/>
                <a:cs typeface="Arial"/>
              </a:defRPr>
            </a:lvl8pPr>
            <a:lvl9pPr algn="l">
              <a:buNone/>
              <a:defRPr sz="1875" b="1">
                <a:solidFill>
                  <a:srgbClr val="242128"/>
                </a:solidFill>
                <a:latin typeface="Arial"/>
                <a:ea typeface="Arial"/>
                <a:cs typeface="Arial"/>
              </a:defRPr>
            </a:lvl9pPr>
          </a:lstStyle>
          <a:p xmlns:a="http://schemas.openxmlformats.org/drawingml/2006/main">
            <a:pPr algn="l">
              <a:buNone/>
              <a:defRPr sz="1875" b="1">
                <a:solidFill>
                  <a:srgbClr val="242128"/>
                </a:solidFill>
                <a:latin typeface="Arial"/>
                <a:ea typeface="Arial"/>
                <a:cs typeface="Arial"/>
              </a:defRPr>
            </a:pPr>
            <a:r>
              <a:rPr sz="1875" b="1">
                <a:solidFill>
                  <a:srgbClr val="242128"/>
                </a:solidFill>
                <a:latin typeface="Arial"/>
                <a:ea typeface="Arial"/>
                <a:cs typeface="Arial"/>
              </a:rPr>
              <a:t>Search and browse</a:t>
            </a:r>
          </a:p>
        </p:txBody>
      </p:sp>
      <p:sp>
        <p:nvSpPr>
          <p:cNvPr id="8" name="">
            <a:extLst xmlns:a="http://schemas.openxmlformats.org/drawingml/2006/main">
              <a:ext uri="{FF2B5EF4-FFF2-40B4-BE49-F238E27FC236}">
                <a16:creationId xmlns:a16="http://schemas.microsoft.com/office/drawing/2014/main" id="{1EA40C6D-AA6D-4D3A-AA1D-661AEAB1F8F2}"/>
              </a:ext>
            </a:extLst>
          </p:cNvPr>
          <p:cNvSpPr>
            <a:spLocks xmlns:a="http://schemas.openxmlformats.org/drawingml/2006/main" noGrp="1"/>
          </p:cNvSpPr>
          <p:nvPr/>
        </p:nvSpPr>
        <p:spPr>
          <a:xfrm xmlns:a="http://schemas.openxmlformats.org/drawingml/2006/main">
            <a:off x="781050" y="29241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buNone/>
              <a:defRPr sz="1425" b="0">
                <a:solidFill>
                  <a:srgbClr val="736D78"/>
                </a:solidFill>
                <a:latin typeface="Arial"/>
                <a:ea typeface="Arial"/>
                <a:cs typeface="Arial"/>
              </a:defRPr>
            </a:lvl1pPr>
            <a:lvl2pPr algn="l">
              <a:buNone/>
              <a:defRPr sz="1425" b="0">
                <a:solidFill>
                  <a:srgbClr val="736D78"/>
                </a:solidFill>
                <a:latin typeface="Arial"/>
                <a:ea typeface="Arial"/>
                <a:cs typeface="Arial"/>
              </a:defRPr>
            </a:lvl2pPr>
            <a:lvl3pPr algn="l">
              <a:buNone/>
              <a:defRPr sz="1425" b="0">
                <a:solidFill>
                  <a:srgbClr val="736D78"/>
                </a:solidFill>
                <a:latin typeface="Arial"/>
                <a:ea typeface="Arial"/>
                <a:cs typeface="Arial"/>
              </a:defRPr>
            </a:lvl3pPr>
            <a:lvl4pPr algn="l">
              <a:buNone/>
              <a:defRPr sz="1425" b="0">
                <a:solidFill>
                  <a:srgbClr val="736D78"/>
                </a:solidFill>
                <a:latin typeface="Arial"/>
                <a:ea typeface="Arial"/>
                <a:cs typeface="Arial"/>
              </a:defRPr>
            </a:lvl4pPr>
            <a:lvl5pPr algn="l">
              <a:buNone/>
              <a:defRPr sz="1425" b="0">
                <a:solidFill>
                  <a:srgbClr val="736D78"/>
                </a:solidFill>
                <a:latin typeface="Arial"/>
                <a:ea typeface="Arial"/>
                <a:cs typeface="Arial"/>
              </a:defRPr>
            </a:lvl5pPr>
            <a:lvl6pPr algn="l">
              <a:buNone/>
              <a:defRPr sz="1425" b="0">
                <a:solidFill>
                  <a:srgbClr val="736D78"/>
                </a:solidFill>
                <a:latin typeface="Arial"/>
                <a:ea typeface="Arial"/>
                <a:cs typeface="Arial"/>
              </a:defRPr>
            </a:lvl6pPr>
            <a:lvl7pPr algn="l">
              <a:buNone/>
              <a:defRPr sz="1425" b="0">
                <a:solidFill>
                  <a:srgbClr val="736D78"/>
                </a:solidFill>
                <a:latin typeface="Arial"/>
                <a:ea typeface="Arial"/>
                <a:cs typeface="Arial"/>
              </a:defRPr>
            </a:lvl7pPr>
            <a:lvl8pPr algn="l">
              <a:buNone/>
              <a:defRPr sz="1425" b="0">
                <a:solidFill>
                  <a:srgbClr val="736D78"/>
                </a:solidFill>
                <a:latin typeface="Arial"/>
                <a:ea typeface="Arial"/>
                <a:cs typeface="Arial"/>
              </a:defRPr>
            </a:lvl8pPr>
            <a:lvl9pPr algn="l">
              <a:buNone/>
              <a:defRPr sz="1425" b="0">
                <a:solidFill>
                  <a:srgbClr val="736D78"/>
                </a:solidFill>
                <a:latin typeface="Arial"/>
                <a:ea typeface="Arial"/>
                <a:cs typeface="Arial"/>
              </a:defRPr>
            </a:lvl9pPr>
          </a:lstStyle>
          <a:p xmlns:a="http://schemas.openxmlformats.org/drawingml/2006/main">
            <a:pPr algn="l">
              <a:buNone/>
              <a:defRPr sz="1425" b="0">
                <a:solidFill>
                  <a:srgbClr val="736D78"/>
                </a:solidFill>
                <a:latin typeface="Arial"/>
                <a:ea typeface="Arial"/>
                <a:cs typeface="Arial"/>
              </a:defRPr>
            </a:pPr>
            <a:r>
              <a:rPr sz="1425" b="0">
                <a:solidFill>
                  <a:srgbClr val="736D78"/>
                </a:solidFill>
                <a:latin typeface="Arial"/>
                <a:ea typeface="Arial"/>
                <a:cs typeface="Arial"/>
              </a:rPr>
              <a:t>Find a resource by name, type, or need.</a:t>
            </a:r>
          </a:p>
        </p:txBody>
      </p:sp>
      <p:sp>
        <p:nvSpPr>
          <p:cNvPr id="9" name="">
            <a:extLst xmlns:a="http://schemas.openxmlformats.org/drawingml/2006/main">
              <a:ext uri="{FF2B5EF4-FFF2-40B4-BE49-F238E27FC236}">
                <a16:creationId xmlns:a16="http://schemas.microsoft.com/office/drawing/2014/main" id="{97A2C848-9A79-4B07-8DEE-E56D1B2CC24F}"/>
              </a:ext>
            </a:extLst>
          </p:cNvPr>
          <p:cNvSpPr>
            <a:spLocks xmlns:a="http://schemas.openxmlformats.org/drawingml/2006/main" noGrp="1"/>
          </p:cNvSpPr>
          <p:nvPr/>
        </p:nvSpPr>
        <p:spPr>
          <a:xfrm xmlns:a="http://schemas.openxmlformats.org/drawingml/2006/main">
            <a:off x="781050" y="35814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buNone/>
              <a:defRPr sz="1875" b="1">
                <a:solidFill>
                  <a:srgbClr val="242128"/>
                </a:solidFill>
                <a:latin typeface="Arial"/>
                <a:ea typeface="Arial"/>
                <a:cs typeface="Arial"/>
              </a:defRPr>
            </a:lvl1pPr>
            <a:lvl2pPr algn="l">
              <a:buNone/>
              <a:defRPr sz="1875" b="1">
                <a:solidFill>
                  <a:srgbClr val="242128"/>
                </a:solidFill>
                <a:latin typeface="Arial"/>
                <a:ea typeface="Arial"/>
                <a:cs typeface="Arial"/>
              </a:defRPr>
            </a:lvl2pPr>
            <a:lvl3pPr algn="l">
              <a:buNone/>
              <a:defRPr sz="1875" b="1">
                <a:solidFill>
                  <a:srgbClr val="242128"/>
                </a:solidFill>
                <a:latin typeface="Arial"/>
                <a:ea typeface="Arial"/>
                <a:cs typeface="Arial"/>
              </a:defRPr>
            </a:lvl3pPr>
            <a:lvl4pPr algn="l">
              <a:buNone/>
              <a:defRPr sz="1875" b="1">
                <a:solidFill>
                  <a:srgbClr val="242128"/>
                </a:solidFill>
                <a:latin typeface="Arial"/>
                <a:ea typeface="Arial"/>
                <a:cs typeface="Arial"/>
              </a:defRPr>
            </a:lvl4pPr>
            <a:lvl5pPr algn="l">
              <a:buNone/>
              <a:defRPr sz="1875" b="1">
                <a:solidFill>
                  <a:srgbClr val="242128"/>
                </a:solidFill>
                <a:latin typeface="Arial"/>
                <a:ea typeface="Arial"/>
                <a:cs typeface="Arial"/>
              </a:defRPr>
            </a:lvl5pPr>
            <a:lvl6pPr algn="l">
              <a:buNone/>
              <a:defRPr sz="1875" b="1">
                <a:solidFill>
                  <a:srgbClr val="242128"/>
                </a:solidFill>
                <a:latin typeface="Arial"/>
                <a:ea typeface="Arial"/>
                <a:cs typeface="Arial"/>
              </a:defRPr>
            </a:lvl6pPr>
            <a:lvl7pPr algn="l">
              <a:buNone/>
              <a:defRPr sz="1875" b="1">
                <a:solidFill>
                  <a:srgbClr val="242128"/>
                </a:solidFill>
                <a:latin typeface="Arial"/>
                <a:ea typeface="Arial"/>
                <a:cs typeface="Arial"/>
              </a:defRPr>
            </a:lvl7pPr>
            <a:lvl8pPr algn="l">
              <a:buNone/>
              <a:defRPr sz="1875" b="1">
                <a:solidFill>
                  <a:srgbClr val="242128"/>
                </a:solidFill>
                <a:latin typeface="Arial"/>
                <a:ea typeface="Arial"/>
                <a:cs typeface="Arial"/>
              </a:defRPr>
            </a:lvl8pPr>
            <a:lvl9pPr algn="l">
              <a:buNone/>
              <a:defRPr sz="1875" b="1">
                <a:solidFill>
                  <a:srgbClr val="242128"/>
                </a:solidFill>
                <a:latin typeface="Arial"/>
                <a:ea typeface="Arial"/>
                <a:cs typeface="Arial"/>
              </a:defRPr>
            </a:lvl9pPr>
          </a:lstStyle>
          <a:p xmlns:a="http://schemas.openxmlformats.org/drawingml/2006/main">
            <a:pPr algn="l">
              <a:buNone/>
              <a:defRPr sz="1875" b="1">
                <a:solidFill>
                  <a:srgbClr val="242128"/>
                </a:solidFill>
                <a:latin typeface="Arial"/>
                <a:ea typeface="Arial"/>
                <a:cs typeface="Arial"/>
              </a:defRPr>
            </a:pPr>
            <a:r>
              <a:rPr sz="1875" b="1">
                <a:solidFill>
                  <a:srgbClr val="242128"/>
                </a:solidFill>
                <a:latin typeface="Arial"/>
                <a:ea typeface="Arial"/>
                <a:cs typeface="Arial"/>
              </a:rPr>
              <a:t>Narrow the list</a:t>
            </a:r>
          </a:p>
        </p:txBody>
      </p:sp>
      <p:sp>
        <p:nvSpPr>
          <p:cNvPr id="10" name="">
            <a:extLst xmlns:a="http://schemas.openxmlformats.org/drawingml/2006/main">
              <a:ext uri="{FF2B5EF4-FFF2-40B4-BE49-F238E27FC236}">
                <a16:creationId xmlns:a16="http://schemas.microsoft.com/office/drawing/2014/main" id="{EB5F9681-2025-4154-969C-BD5CDC746D3B}"/>
              </a:ext>
            </a:extLst>
          </p:cNvPr>
          <p:cNvSpPr>
            <a:spLocks xmlns:a="http://schemas.openxmlformats.org/drawingml/2006/main" noGrp="1"/>
          </p:cNvSpPr>
          <p:nvPr/>
        </p:nvSpPr>
        <p:spPr>
          <a:xfrm xmlns:a="http://schemas.openxmlformats.org/drawingml/2006/main">
            <a:off x="781050" y="39338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buNone/>
              <a:defRPr sz="1425" b="0">
                <a:solidFill>
                  <a:srgbClr val="736D78"/>
                </a:solidFill>
                <a:latin typeface="Arial"/>
                <a:ea typeface="Arial"/>
                <a:cs typeface="Arial"/>
              </a:defRPr>
            </a:lvl1pPr>
            <a:lvl2pPr algn="l">
              <a:buNone/>
              <a:defRPr sz="1425" b="0">
                <a:solidFill>
                  <a:srgbClr val="736D78"/>
                </a:solidFill>
                <a:latin typeface="Arial"/>
                <a:ea typeface="Arial"/>
                <a:cs typeface="Arial"/>
              </a:defRPr>
            </a:lvl2pPr>
            <a:lvl3pPr algn="l">
              <a:buNone/>
              <a:defRPr sz="1425" b="0">
                <a:solidFill>
                  <a:srgbClr val="736D78"/>
                </a:solidFill>
                <a:latin typeface="Arial"/>
                <a:ea typeface="Arial"/>
                <a:cs typeface="Arial"/>
              </a:defRPr>
            </a:lvl3pPr>
            <a:lvl4pPr algn="l">
              <a:buNone/>
              <a:defRPr sz="1425" b="0">
                <a:solidFill>
                  <a:srgbClr val="736D78"/>
                </a:solidFill>
                <a:latin typeface="Arial"/>
                <a:ea typeface="Arial"/>
                <a:cs typeface="Arial"/>
              </a:defRPr>
            </a:lvl4pPr>
            <a:lvl5pPr algn="l">
              <a:buNone/>
              <a:defRPr sz="1425" b="0">
                <a:solidFill>
                  <a:srgbClr val="736D78"/>
                </a:solidFill>
                <a:latin typeface="Arial"/>
                <a:ea typeface="Arial"/>
                <a:cs typeface="Arial"/>
              </a:defRPr>
            </a:lvl5pPr>
            <a:lvl6pPr algn="l">
              <a:buNone/>
              <a:defRPr sz="1425" b="0">
                <a:solidFill>
                  <a:srgbClr val="736D78"/>
                </a:solidFill>
                <a:latin typeface="Arial"/>
                <a:ea typeface="Arial"/>
                <a:cs typeface="Arial"/>
              </a:defRPr>
            </a:lvl6pPr>
            <a:lvl7pPr algn="l">
              <a:buNone/>
              <a:defRPr sz="1425" b="0">
                <a:solidFill>
                  <a:srgbClr val="736D78"/>
                </a:solidFill>
                <a:latin typeface="Arial"/>
                <a:ea typeface="Arial"/>
                <a:cs typeface="Arial"/>
              </a:defRPr>
            </a:lvl7pPr>
            <a:lvl8pPr algn="l">
              <a:buNone/>
              <a:defRPr sz="1425" b="0">
                <a:solidFill>
                  <a:srgbClr val="736D78"/>
                </a:solidFill>
                <a:latin typeface="Arial"/>
                <a:ea typeface="Arial"/>
                <a:cs typeface="Arial"/>
              </a:defRPr>
            </a:lvl8pPr>
            <a:lvl9pPr algn="l">
              <a:buNone/>
              <a:defRPr sz="1425" b="0">
                <a:solidFill>
                  <a:srgbClr val="736D78"/>
                </a:solidFill>
                <a:latin typeface="Arial"/>
                <a:ea typeface="Arial"/>
                <a:cs typeface="Arial"/>
              </a:defRPr>
            </a:lvl9pPr>
          </a:lstStyle>
          <a:p xmlns:a="http://schemas.openxmlformats.org/drawingml/2006/main">
            <a:pPr algn="l">
              <a:buNone/>
              <a:defRPr sz="1425" b="0">
                <a:solidFill>
                  <a:srgbClr val="736D78"/>
                </a:solidFill>
                <a:latin typeface="Arial"/>
                <a:ea typeface="Arial"/>
                <a:cs typeface="Arial"/>
              </a:defRPr>
            </a:pPr>
            <a:r>
              <a:rPr sz="1425" b="0">
                <a:solidFill>
                  <a:srgbClr val="736D78"/>
                </a:solidFill>
                <a:latin typeface="Arial"/>
                <a:ea typeface="Arial"/>
                <a:cs typeface="Arial"/>
              </a:rPr>
              <a:t>Choose a category, check what is open, or view saved places.</a:t>
            </a:r>
          </a:p>
        </p:txBody>
      </p:sp>
      <p:sp>
        <p:nvSpPr>
          <p:cNvPr id="11" name="">
            <a:extLst xmlns:a="http://schemas.openxmlformats.org/drawingml/2006/main">
              <a:ext uri="{FF2B5EF4-FFF2-40B4-BE49-F238E27FC236}">
                <a16:creationId xmlns:a16="http://schemas.microsoft.com/office/drawing/2014/main" id="{D6921ED7-262E-4FAE-BE8A-D75F6F1A2698}"/>
              </a:ext>
            </a:extLst>
          </p:cNvPr>
          <p:cNvSpPr>
            <a:spLocks xmlns:a="http://schemas.openxmlformats.org/drawingml/2006/main" noGrp="1"/>
          </p:cNvSpPr>
          <p:nvPr/>
        </p:nvSpPr>
        <p:spPr>
          <a:xfrm xmlns:a="http://schemas.openxmlformats.org/drawingml/2006/main">
            <a:off x="781050" y="47625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buNone/>
              <a:defRPr sz="1875" b="1">
                <a:solidFill>
                  <a:srgbClr val="242128"/>
                </a:solidFill>
                <a:latin typeface="Arial"/>
                <a:ea typeface="Arial"/>
                <a:cs typeface="Arial"/>
              </a:defRPr>
            </a:lvl1pPr>
            <a:lvl2pPr algn="l">
              <a:buNone/>
              <a:defRPr sz="1875" b="1">
                <a:solidFill>
                  <a:srgbClr val="242128"/>
                </a:solidFill>
                <a:latin typeface="Arial"/>
                <a:ea typeface="Arial"/>
                <a:cs typeface="Arial"/>
              </a:defRPr>
            </a:lvl2pPr>
            <a:lvl3pPr algn="l">
              <a:buNone/>
              <a:defRPr sz="1875" b="1">
                <a:solidFill>
                  <a:srgbClr val="242128"/>
                </a:solidFill>
                <a:latin typeface="Arial"/>
                <a:ea typeface="Arial"/>
                <a:cs typeface="Arial"/>
              </a:defRPr>
            </a:lvl3pPr>
            <a:lvl4pPr algn="l">
              <a:buNone/>
              <a:defRPr sz="1875" b="1">
                <a:solidFill>
                  <a:srgbClr val="242128"/>
                </a:solidFill>
                <a:latin typeface="Arial"/>
                <a:ea typeface="Arial"/>
                <a:cs typeface="Arial"/>
              </a:defRPr>
            </a:lvl4pPr>
            <a:lvl5pPr algn="l">
              <a:buNone/>
              <a:defRPr sz="1875" b="1">
                <a:solidFill>
                  <a:srgbClr val="242128"/>
                </a:solidFill>
                <a:latin typeface="Arial"/>
                <a:ea typeface="Arial"/>
                <a:cs typeface="Arial"/>
              </a:defRPr>
            </a:lvl5pPr>
            <a:lvl6pPr algn="l">
              <a:buNone/>
              <a:defRPr sz="1875" b="1">
                <a:solidFill>
                  <a:srgbClr val="242128"/>
                </a:solidFill>
                <a:latin typeface="Arial"/>
                <a:ea typeface="Arial"/>
                <a:cs typeface="Arial"/>
              </a:defRPr>
            </a:lvl6pPr>
            <a:lvl7pPr algn="l">
              <a:buNone/>
              <a:defRPr sz="1875" b="1">
                <a:solidFill>
                  <a:srgbClr val="242128"/>
                </a:solidFill>
                <a:latin typeface="Arial"/>
                <a:ea typeface="Arial"/>
                <a:cs typeface="Arial"/>
              </a:defRPr>
            </a:lvl7pPr>
            <a:lvl8pPr algn="l">
              <a:buNone/>
              <a:defRPr sz="1875" b="1">
                <a:solidFill>
                  <a:srgbClr val="242128"/>
                </a:solidFill>
                <a:latin typeface="Arial"/>
                <a:ea typeface="Arial"/>
                <a:cs typeface="Arial"/>
              </a:defRPr>
            </a:lvl8pPr>
            <a:lvl9pPr algn="l">
              <a:buNone/>
              <a:defRPr sz="1875" b="1">
                <a:solidFill>
                  <a:srgbClr val="242128"/>
                </a:solidFill>
                <a:latin typeface="Arial"/>
                <a:ea typeface="Arial"/>
                <a:cs typeface="Arial"/>
              </a:defRPr>
            </a:lvl9pPr>
          </a:lstStyle>
          <a:p xmlns:a="http://schemas.openxmlformats.org/drawingml/2006/main">
            <a:pPr algn="l">
              <a:buNone/>
              <a:defRPr sz="1875" b="1">
                <a:solidFill>
                  <a:srgbClr val="242128"/>
                </a:solidFill>
                <a:latin typeface="Arial"/>
                <a:ea typeface="Arial"/>
                <a:cs typeface="Arial"/>
              </a:defRPr>
            </a:pPr>
            <a:r>
              <a:rPr sz="1875" b="1">
                <a:solidFill>
                  <a:srgbClr val="242128"/>
                </a:solidFill>
                <a:latin typeface="Arial"/>
                <a:ea typeface="Arial"/>
                <a:cs typeface="Arial"/>
              </a:rPr>
              <a:t>Read before you go</a:t>
            </a:r>
          </a:p>
        </p:txBody>
      </p:sp>
      <p:sp>
        <p:nvSpPr>
          <p:cNvPr id="12" name="">
            <a:extLst xmlns:a="http://schemas.openxmlformats.org/drawingml/2006/main">
              <a:ext uri="{FF2B5EF4-FFF2-40B4-BE49-F238E27FC236}">
                <a16:creationId xmlns:a16="http://schemas.microsoft.com/office/drawing/2014/main" id="{92149E9A-364B-4283-BE41-C756E0FD3932}"/>
              </a:ext>
            </a:extLst>
          </p:cNvPr>
          <p:cNvSpPr>
            <a:spLocks xmlns:a="http://schemas.openxmlformats.org/drawingml/2006/main" noGrp="1"/>
          </p:cNvSpPr>
          <p:nvPr/>
        </p:nvSpPr>
        <p:spPr>
          <a:xfrm xmlns:a="http://schemas.openxmlformats.org/drawingml/2006/main">
            <a:off x="781050" y="51149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buNone/>
              <a:defRPr sz="1425" b="0">
                <a:solidFill>
                  <a:srgbClr val="736D78"/>
                </a:solidFill>
                <a:latin typeface="Arial"/>
                <a:ea typeface="Arial"/>
                <a:cs typeface="Arial"/>
              </a:defRPr>
            </a:lvl1pPr>
            <a:lvl2pPr algn="l">
              <a:buNone/>
              <a:defRPr sz="1425" b="0">
                <a:solidFill>
                  <a:srgbClr val="736D78"/>
                </a:solidFill>
                <a:latin typeface="Arial"/>
                <a:ea typeface="Arial"/>
                <a:cs typeface="Arial"/>
              </a:defRPr>
            </a:lvl2pPr>
            <a:lvl3pPr algn="l">
              <a:buNone/>
              <a:defRPr sz="1425" b="0">
                <a:solidFill>
                  <a:srgbClr val="736D78"/>
                </a:solidFill>
                <a:latin typeface="Arial"/>
                <a:ea typeface="Arial"/>
                <a:cs typeface="Arial"/>
              </a:defRPr>
            </a:lvl3pPr>
            <a:lvl4pPr algn="l">
              <a:buNone/>
              <a:defRPr sz="1425" b="0">
                <a:solidFill>
                  <a:srgbClr val="736D78"/>
                </a:solidFill>
                <a:latin typeface="Arial"/>
                <a:ea typeface="Arial"/>
                <a:cs typeface="Arial"/>
              </a:defRPr>
            </a:lvl4pPr>
            <a:lvl5pPr algn="l">
              <a:buNone/>
              <a:defRPr sz="1425" b="0">
                <a:solidFill>
                  <a:srgbClr val="736D78"/>
                </a:solidFill>
                <a:latin typeface="Arial"/>
                <a:ea typeface="Arial"/>
                <a:cs typeface="Arial"/>
              </a:defRPr>
            </a:lvl5pPr>
            <a:lvl6pPr algn="l">
              <a:buNone/>
              <a:defRPr sz="1425" b="0">
                <a:solidFill>
                  <a:srgbClr val="736D78"/>
                </a:solidFill>
                <a:latin typeface="Arial"/>
                <a:ea typeface="Arial"/>
                <a:cs typeface="Arial"/>
              </a:defRPr>
            </a:lvl6pPr>
            <a:lvl7pPr algn="l">
              <a:buNone/>
              <a:defRPr sz="1425" b="0">
                <a:solidFill>
                  <a:srgbClr val="736D78"/>
                </a:solidFill>
                <a:latin typeface="Arial"/>
                <a:ea typeface="Arial"/>
                <a:cs typeface="Arial"/>
              </a:defRPr>
            </a:lvl7pPr>
            <a:lvl8pPr algn="l">
              <a:buNone/>
              <a:defRPr sz="1425" b="0">
                <a:solidFill>
                  <a:srgbClr val="736D78"/>
                </a:solidFill>
                <a:latin typeface="Arial"/>
                <a:ea typeface="Arial"/>
                <a:cs typeface="Arial"/>
              </a:defRPr>
            </a:lvl8pPr>
            <a:lvl9pPr algn="l">
              <a:buNone/>
              <a:defRPr sz="1425" b="0">
                <a:solidFill>
                  <a:srgbClr val="736D78"/>
                </a:solidFill>
                <a:latin typeface="Arial"/>
                <a:ea typeface="Arial"/>
                <a:cs typeface="Arial"/>
              </a:defRPr>
            </a:lvl9pPr>
          </a:lstStyle>
          <a:p xmlns:a="http://schemas.openxmlformats.org/drawingml/2006/main">
            <a:pPr algn="l">
              <a:buNone/>
              <a:defRPr sz="1425" b="0">
                <a:solidFill>
                  <a:srgbClr val="736D78"/>
                </a:solidFill>
                <a:latin typeface="Arial"/>
                <a:ea typeface="Arial"/>
                <a:cs typeface="Arial"/>
              </a:defRPr>
            </a:pPr>
            <a:r>
              <a:rPr sz="1425" b="0">
                <a:solidFill>
                  <a:srgbClr val="736D78"/>
                </a:solidFill>
                <a:latin typeface="Arial"/>
                <a:ea typeface="Arial"/>
                <a:cs typeface="Arial"/>
              </a:rPr>
              <a:t>See location, example hours, and reporting options on each result.</a:t>
            </a:r>
          </a:p>
        </p:txBody>
      </p:sp>
      <p:pic>
        <p:nvPicPr>
          <p:cNvPr id="13" name="">
            <a:extLst xmlns:a="http://schemas.openxmlformats.org/drawingml/2006/main">
              <a:ext uri="{FF2B5EF4-FFF2-40B4-BE49-F238E27FC236}">
                <a16:creationId xmlns:a16="http://schemas.microsoft.com/office/drawing/2014/main" id="{381A4E18-1F4F-474F-B60D-D5929D59EBDF}"/>
              </a:ext>
            </a:extLst>
          </p:cNvPr>
          <p:cNvPicPr>
            <a:picLocks xmlns:a="http://schemas.openxmlformats.org/drawingml/2006/main" noChangeAspect="1"/>
          </p:cNvPicPr>
          <p:nvPr/>
        </p:nvPicPr>
        <p:blipFill>
          <a:blip xmlns:r="http://schemas.openxmlformats.org/officeDocument/2006/relationships" xmlns:a="http://schemas.openxmlformats.org/drawingml/2006/main" r:embed="R72307e6446194128"/>
          <a:stretch xmlns:a="http://schemas.openxmlformats.org/drawingml/2006/main"/>
        </p:blipFill>
        <p:spPr>
          <a:xfrm xmlns:a="http://schemas.openxmlformats.org/drawingml/2006/main">
            <a:off x="7391954" y="838200"/>
            <a:ext cx="3275492" cy="5314950"/>
          </a:xfrm>
          <a:prstGeom xmlns:a="http://schemas.openxmlformats.org/drawingml/2006/main" prst="roundRect">
            <a:avLst>
              <a:gd name="adj" fmla="val 2451"/>
            </a:avLst>
          </a:prstGeom>
        </p:spPr>
      </p:pic>
    </p:spTree>
    <p:extLst>
      <p:ext uri="{BB962C8B-B14F-4D97-AF65-F5344CB8AC3E}">
        <p14:creationId xmlns:p14="http://schemas.microsoft.com/office/powerpoint/2010/main" val="236266667"/>
      </p:ext>
    </p:extLst>
  </p:cSld>
</p:sld>
</file>

<file path=ppt/slides/slide3.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20297F-70C9-4471-B6F8-340E05F1112B}"/>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SEARCH AND DISCOVERY</a:t>
            </a:r>
          </a:p>
        </p:txBody>
      </p:sp>
      <p:sp>
        <p:nvSpPr>
          <p:cNvPr id="2" name="">
            <a:extLst xmlns:a="http://schemas.openxmlformats.org/drawingml/2006/main">
              <a:ext uri="{FF2B5EF4-FFF2-40B4-BE49-F238E27FC236}">
                <a16:creationId xmlns:a16="http://schemas.microsoft.com/office/drawing/2014/main" id="{2F5454BA-0ED1-40E2-9F1E-7B82C74AEE6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92E372BE-EBEF-45E2-8B44-B11A4A0B030F}"/>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2AE3D27A-A39F-4035-8149-8F8BE5759F3D}"/>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1688A74-E617-4AFB-BD92-F392300E639C}"/>
              </a:ext>
            </a:extLst>
          </p:cNvPr>
          <p:cNvSpPr>
            <a:spLocks xmlns:a="http://schemas.openxmlformats.org/drawingml/2006/main" noGrp="1"/>
          </p:cNvSpPr>
          <p:nvPr/>
        </p:nvSpPr>
        <p:spPr>
          <a:xfrm xmlns:a="http://schemas.openxmlformats.org/drawingml/2006/main">
            <a:off x="742950" y="87630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242128"/>
                </a:solidFill>
                <a:latin typeface="Arial"/>
                <a:ea typeface="Arial"/>
                <a:cs typeface="Arial"/>
              </a:defRPr>
            </a:defPPr>
            <a:lvl1pPr algn="l">
              <a:buNone/>
              <a:defRPr sz="3225" b="1">
                <a:solidFill>
                  <a:srgbClr val="242128"/>
                </a:solidFill>
                <a:latin typeface="Arial"/>
                <a:ea typeface="Arial"/>
                <a:cs typeface="Arial"/>
              </a:defRPr>
            </a:lvl1pPr>
            <a:lvl2pPr algn="l">
              <a:buNone/>
              <a:defRPr sz="3225" b="1">
                <a:solidFill>
                  <a:srgbClr val="242128"/>
                </a:solidFill>
                <a:latin typeface="Arial"/>
                <a:ea typeface="Arial"/>
                <a:cs typeface="Arial"/>
              </a:defRPr>
            </a:lvl2pPr>
            <a:lvl3pPr algn="l">
              <a:buNone/>
              <a:defRPr sz="3225" b="1">
                <a:solidFill>
                  <a:srgbClr val="242128"/>
                </a:solidFill>
                <a:latin typeface="Arial"/>
                <a:ea typeface="Arial"/>
                <a:cs typeface="Arial"/>
              </a:defRPr>
            </a:lvl3pPr>
            <a:lvl4pPr algn="l">
              <a:buNone/>
              <a:defRPr sz="3225" b="1">
                <a:solidFill>
                  <a:srgbClr val="242128"/>
                </a:solidFill>
                <a:latin typeface="Arial"/>
                <a:ea typeface="Arial"/>
                <a:cs typeface="Arial"/>
              </a:defRPr>
            </a:lvl4pPr>
            <a:lvl5pPr algn="l">
              <a:buNone/>
              <a:defRPr sz="3225" b="1">
                <a:solidFill>
                  <a:srgbClr val="242128"/>
                </a:solidFill>
                <a:latin typeface="Arial"/>
                <a:ea typeface="Arial"/>
                <a:cs typeface="Arial"/>
              </a:defRPr>
            </a:lvl5pPr>
            <a:lvl6pPr algn="l">
              <a:buNone/>
              <a:defRPr sz="3225" b="1">
                <a:solidFill>
                  <a:srgbClr val="242128"/>
                </a:solidFill>
                <a:latin typeface="Arial"/>
                <a:ea typeface="Arial"/>
                <a:cs typeface="Arial"/>
              </a:defRPr>
            </a:lvl6pPr>
            <a:lvl7pPr algn="l">
              <a:buNone/>
              <a:defRPr sz="3225" b="1">
                <a:solidFill>
                  <a:srgbClr val="242128"/>
                </a:solidFill>
                <a:latin typeface="Arial"/>
                <a:ea typeface="Arial"/>
                <a:cs typeface="Arial"/>
              </a:defRPr>
            </a:lvl7pPr>
            <a:lvl8pPr algn="l">
              <a:buNone/>
              <a:defRPr sz="3225" b="1">
                <a:solidFill>
                  <a:srgbClr val="242128"/>
                </a:solidFill>
                <a:latin typeface="Arial"/>
                <a:ea typeface="Arial"/>
                <a:cs typeface="Arial"/>
              </a:defRPr>
            </a:lvl8pPr>
            <a:lvl9pPr algn="l">
              <a:buNone/>
              <a:defRPr sz="3225" b="1">
                <a:solidFill>
                  <a:srgbClr val="242128"/>
                </a:solidFill>
                <a:latin typeface="Arial"/>
                <a:ea typeface="Arial"/>
                <a:cs typeface="Arial"/>
              </a:defRPr>
            </a:lvl9pPr>
          </a:lstStyle>
          <a:p xmlns:a="http://schemas.openxmlformats.org/drawingml/2006/main">
            <a:pPr algn="l">
              <a:buNone/>
              <a:defRPr sz="3225" b="1">
                <a:solidFill>
                  <a:srgbClr val="242128"/>
                </a:solidFill>
                <a:latin typeface="Arial"/>
                <a:ea typeface="Arial"/>
                <a:cs typeface="Arial"/>
              </a:defRPr>
            </a:pPr>
            <a:r>
              <a:rPr sz="3225" b="1">
                <a:solidFill>
                  <a:srgbClr val="242128"/>
                </a:solidFill>
                <a:latin typeface="Arial"/>
                <a:ea typeface="Arial"/>
                <a:cs typeface="Arial"/>
              </a:rPr>
              <a:t>From a need to a useful result</a:t>
            </a:r>
          </a:p>
        </p:txBody>
      </p:sp>
      <p:sp>
        <p:nvSpPr>
          <p:cNvPr id="6" name="">
            <a:extLst xmlns:a="http://schemas.openxmlformats.org/drawingml/2006/main">
              <a:ext uri="{FF2B5EF4-FFF2-40B4-BE49-F238E27FC236}">
                <a16:creationId xmlns:a16="http://schemas.microsoft.com/office/drawing/2014/main" id="{0B3AAB17-EEBD-454F-A0F8-908D7E2293A1}"/>
              </a:ext>
            </a:extLst>
          </p:cNvPr>
          <p:cNvSpPr>
            <a:spLocks xmlns:a="http://schemas.openxmlformats.org/drawingml/2006/main" noGrp="1"/>
          </p:cNvSpPr>
          <p:nvPr/>
        </p:nvSpPr>
        <p:spPr>
          <a:xfrm xmlns:a="http://schemas.openxmlformats.org/drawingml/2006/main">
            <a:off x="7810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buNone/>
              <a:defRPr sz="4050" b="1">
                <a:solidFill>
                  <a:srgbClr val="603C91"/>
                </a:solidFill>
                <a:latin typeface="Arial"/>
                <a:ea typeface="Arial"/>
                <a:cs typeface="Arial"/>
              </a:defRPr>
            </a:lvl1pPr>
            <a:lvl2pPr algn="l">
              <a:buNone/>
              <a:defRPr sz="4050" b="1">
                <a:solidFill>
                  <a:srgbClr val="603C91"/>
                </a:solidFill>
                <a:latin typeface="Arial"/>
                <a:ea typeface="Arial"/>
                <a:cs typeface="Arial"/>
              </a:defRPr>
            </a:lvl2pPr>
            <a:lvl3pPr algn="l">
              <a:buNone/>
              <a:defRPr sz="4050" b="1">
                <a:solidFill>
                  <a:srgbClr val="603C91"/>
                </a:solidFill>
                <a:latin typeface="Arial"/>
                <a:ea typeface="Arial"/>
                <a:cs typeface="Arial"/>
              </a:defRPr>
            </a:lvl3pPr>
            <a:lvl4pPr algn="l">
              <a:buNone/>
              <a:defRPr sz="4050" b="1">
                <a:solidFill>
                  <a:srgbClr val="603C91"/>
                </a:solidFill>
                <a:latin typeface="Arial"/>
                <a:ea typeface="Arial"/>
                <a:cs typeface="Arial"/>
              </a:defRPr>
            </a:lvl4pPr>
            <a:lvl5pPr algn="l">
              <a:buNone/>
              <a:defRPr sz="4050" b="1">
                <a:solidFill>
                  <a:srgbClr val="603C91"/>
                </a:solidFill>
                <a:latin typeface="Arial"/>
                <a:ea typeface="Arial"/>
                <a:cs typeface="Arial"/>
              </a:defRPr>
            </a:lvl5pPr>
            <a:lvl6pPr algn="l">
              <a:buNone/>
              <a:defRPr sz="4050" b="1">
                <a:solidFill>
                  <a:srgbClr val="603C91"/>
                </a:solidFill>
                <a:latin typeface="Arial"/>
                <a:ea typeface="Arial"/>
                <a:cs typeface="Arial"/>
              </a:defRPr>
            </a:lvl6pPr>
            <a:lvl7pPr algn="l">
              <a:buNone/>
              <a:defRPr sz="4050" b="1">
                <a:solidFill>
                  <a:srgbClr val="603C91"/>
                </a:solidFill>
                <a:latin typeface="Arial"/>
                <a:ea typeface="Arial"/>
                <a:cs typeface="Arial"/>
              </a:defRPr>
            </a:lvl7pPr>
            <a:lvl8pPr algn="l">
              <a:buNone/>
              <a:defRPr sz="4050" b="1">
                <a:solidFill>
                  <a:srgbClr val="603C91"/>
                </a:solidFill>
                <a:latin typeface="Arial"/>
                <a:ea typeface="Arial"/>
                <a:cs typeface="Arial"/>
              </a:defRPr>
            </a:lvl8pPr>
            <a:lvl9pPr algn="l">
              <a:buNone/>
              <a:defRPr sz="4050" b="1">
                <a:solidFill>
                  <a:srgbClr val="603C91"/>
                </a:solidFill>
                <a:latin typeface="Arial"/>
                <a:ea typeface="Arial"/>
                <a:cs typeface="Arial"/>
              </a:defRPr>
            </a:lvl9pPr>
          </a:lstStyle>
          <a:p xmlns:a="http://schemas.openxmlformats.org/drawingml/2006/main">
            <a:pPr algn="l">
              <a:buNone/>
              <a:defRPr sz="4050" b="1">
                <a:solidFill>
                  <a:srgbClr val="603C91"/>
                </a:solidFill>
                <a:latin typeface="Arial"/>
                <a:ea typeface="Arial"/>
                <a:cs typeface="Arial"/>
              </a:defRPr>
            </a:pPr>
            <a:r>
              <a:rPr sz="4050" b="1">
                <a:solidFill>
                  <a:srgbClr val="603C9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8AE7A1E-27A9-4BC7-A094-F5F3CC0B5CF2}"/>
              </a:ext>
            </a:extLst>
          </p:cNvPr>
          <p:cNvSpPr>
            <a:spLocks xmlns:a="http://schemas.openxmlformats.org/drawingml/2006/main" noGrp="1"/>
          </p:cNvSpPr>
          <p:nvPr/>
        </p:nvSpPr>
        <p:spPr>
          <a:xfrm xmlns:a="http://schemas.openxmlformats.org/drawingml/2006/main">
            <a:off x="7810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8" name="">
            <a:extLst xmlns:a="http://schemas.openxmlformats.org/drawingml/2006/main">
              <a:ext uri="{FF2B5EF4-FFF2-40B4-BE49-F238E27FC236}">
                <a16:creationId xmlns:a16="http://schemas.microsoft.com/office/drawing/2014/main" id="{A22B3101-5503-44F7-970F-BE787CF598DF}"/>
              </a:ext>
            </a:extLst>
          </p:cNvPr>
          <p:cNvSpPr>
            <a:spLocks xmlns:a="http://schemas.openxmlformats.org/drawingml/2006/main" noGrp="1"/>
          </p:cNvSpPr>
          <p:nvPr/>
        </p:nvSpPr>
        <p:spPr>
          <a:xfrm xmlns:a="http://schemas.openxmlformats.org/drawingml/2006/main">
            <a:off x="7810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buNone/>
              <a:defRPr sz="2175" b="1">
                <a:solidFill>
                  <a:srgbClr val="242128"/>
                </a:solidFill>
                <a:latin typeface="Arial"/>
                <a:ea typeface="Arial"/>
                <a:cs typeface="Arial"/>
              </a:defRPr>
            </a:lvl1pPr>
            <a:lvl2pPr algn="l">
              <a:buNone/>
              <a:defRPr sz="2175" b="1">
                <a:solidFill>
                  <a:srgbClr val="242128"/>
                </a:solidFill>
                <a:latin typeface="Arial"/>
                <a:ea typeface="Arial"/>
                <a:cs typeface="Arial"/>
              </a:defRPr>
            </a:lvl2pPr>
            <a:lvl3pPr algn="l">
              <a:buNone/>
              <a:defRPr sz="2175" b="1">
                <a:solidFill>
                  <a:srgbClr val="242128"/>
                </a:solidFill>
                <a:latin typeface="Arial"/>
                <a:ea typeface="Arial"/>
                <a:cs typeface="Arial"/>
              </a:defRPr>
            </a:lvl3pPr>
            <a:lvl4pPr algn="l">
              <a:buNone/>
              <a:defRPr sz="2175" b="1">
                <a:solidFill>
                  <a:srgbClr val="242128"/>
                </a:solidFill>
                <a:latin typeface="Arial"/>
                <a:ea typeface="Arial"/>
                <a:cs typeface="Arial"/>
              </a:defRPr>
            </a:lvl4pPr>
            <a:lvl5pPr algn="l">
              <a:buNone/>
              <a:defRPr sz="2175" b="1">
                <a:solidFill>
                  <a:srgbClr val="242128"/>
                </a:solidFill>
                <a:latin typeface="Arial"/>
                <a:ea typeface="Arial"/>
                <a:cs typeface="Arial"/>
              </a:defRPr>
            </a:lvl5pPr>
            <a:lvl6pPr algn="l">
              <a:buNone/>
              <a:defRPr sz="2175" b="1">
                <a:solidFill>
                  <a:srgbClr val="242128"/>
                </a:solidFill>
                <a:latin typeface="Arial"/>
                <a:ea typeface="Arial"/>
                <a:cs typeface="Arial"/>
              </a:defRPr>
            </a:lvl6pPr>
            <a:lvl7pPr algn="l">
              <a:buNone/>
              <a:defRPr sz="2175" b="1">
                <a:solidFill>
                  <a:srgbClr val="242128"/>
                </a:solidFill>
                <a:latin typeface="Arial"/>
                <a:ea typeface="Arial"/>
                <a:cs typeface="Arial"/>
              </a:defRPr>
            </a:lvl7pPr>
            <a:lvl8pPr algn="l">
              <a:buNone/>
              <a:defRPr sz="2175" b="1">
                <a:solidFill>
                  <a:srgbClr val="242128"/>
                </a:solidFill>
                <a:latin typeface="Arial"/>
                <a:ea typeface="Arial"/>
                <a:cs typeface="Arial"/>
              </a:defRPr>
            </a:lvl8pPr>
            <a:lvl9pPr algn="l">
              <a:buNone/>
              <a:defRPr sz="2175" b="1">
                <a:solidFill>
                  <a:srgbClr val="242128"/>
                </a:solidFill>
                <a:latin typeface="Arial"/>
                <a:ea typeface="Arial"/>
                <a:cs typeface="Arial"/>
              </a:defRPr>
            </a:lvl9pPr>
          </a:lstStyle>
          <a:p xmlns:a="http://schemas.openxmlformats.org/drawingml/2006/main">
            <a:pPr algn="l">
              <a:buNone/>
              <a:defRPr sz="2175" b="1">
                <a:solidFill>
                  <a:srgbClr val="242128"/>
                </a:solidFill>
                <a:latin typeface="Arial"/>
                <a:ea typeface="Arial"/>
                <a:cs typeface="Arial"/>
              </a:defRPr>
            </a:pPr>
            <a:r>
              <a:rPr sz="2175" b="1">
                <a:solidFill>
                  <a:srgbClr val="242128"/>
                </a:solidFill>
                <a:latin typeface="Arial"/>
                <a:ea typeface="Arial"/>
                <a:cs typeface="Arial"/>
              </a:rPr>
              <a:t>Search</a:t>
            </a:r>
          </a:p>
        </p:txBody>
      </p:sp>
      <p:sp>
        <p:nvSpPr>
          <p:cNvPr id="9" name="">
            <a:extLst xmlns:a="http://schemas.openxmlformats.org/drawingml/2006/main">
              <a:ext uri="{FF2B5EF4-FFF2-40B4-BE49-F238E27FC236}">
                <a16:creationId xmlns:a16="http://schemas.microsoft.com/office/drawing/2014/main" id="{23E7C1F0-3AE4-41D1-A803-56C65C27EA85}"/>
              </a:ext>
            </a:extLst>
          </p:cNvPr>
          <p:cNvSpPr>
            <a:spLocks xmlns:a="http://schemas.openxmlformats.org/drawingml/2006/main" noGrp="1"/>
          </p:cNvSpPr>
          <p:nvPr/>
        </p:nvSpPr>
        <p:spPr>
          <a:xfrm xmlns:a="http://schemas.openxmlformats.org/drawingml/2006/main">
            <a:off x="7810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buNone/>
              <a:defRPr sz="1500" b="0">
                <a:solidFill>
                  <a:srgbClr val="736D78"/>
                </a:solidFill>
                <a:latin typeface="Arial"/>
                <a:ea typeface="Arial"/>
                <a:cs typeface="Arial"/>
              </a:defRPr>
            </a:lvl1pPr>
            <a:lvl2pPr algn="l">
              <a:buNone/>
              <a:defRPr sz="1500" b="0">
                <a:solidFill>
                  <a:srgbClr val="736D78"/>
                </a:solidFill>
                <a:latin typeface="Arial"/>
                <a:ea typeface="Arial"/>
                <a:cs typeface="Arial"/>
              </a:defRPr>
            </a:lvl2pPr>
            <a:lvl3pPr algn="l">
              <a:buNone/>
              <a:defRPr sz="1500" b="0">
                <a:solidFill>
                  <a:srgbClr val="736D78"/>
                </a:solidFill>
                <a:latin typeface="Arial"/>
                <a:ea typeface="Arial"/>
                <a:cs typeface="Arial"/>
              </a:defRPr>
            </a:lvl3pPr>
            <a:lvl4pPr algn="l">
              <a:buNone/>
              <a:defRPr sz="1500" b="0">
                <a:solidFill>
                  <a:srgbClr val="736D78"/>
                </a:solidFill>
                <a:latin typeface="Arial"/>
                <a:ea typeface="Arial"/>
                <a:cs typeface="Arial"/>
              </a:defRPr>
            </a:lvl4pPr>
            <a:lvl5pPr algn="l">
              <a:buNone/>
              <a:defRPr sz="1500" b="0">
                <a:solidFill>
                  <a:srgbClr val="736D78"/>
                </a:solidFill>
                <a:latin typeface="Arial"/>
                <a:ea typeface="Arial"/>
                <a:cs typeface="Arial"/>
              </a:defRPr>
            </a:lvl5pPr>
            <a:lvl6pPr algn="l">
              <a:buNone/>
              <a:defRPr sz="1500" b="0">
                <a:solidFill>
                  <a:srgbClr val="736D78"/>
                </a:solidFill>
                <a:latin typeface="Arial"/>
                <a:ea typeface="Arial"/>
                <a:cs typeface="Arial"/>
              </a:defRPr>
            </a:lvl6pPr>
            <a:lvl7pPr algn="l">
              <a:buNone/>
              <a:defRPr sz="1500" b="0">
                <a:solidFill>
                  <a:srgbClr val="736D78"/>
                </a:solidFill>
                <a:latin typeface="Arial"/>
                <a:ea typeface="Arial"/>
                <a:cs typeface="Arial"/>
              </a:defRPr>
            </a:lvl7pPr>
            <a:lvl8pPr algn="l">
              <a:buNone/>
              <a:defRPr sz="1500" b="0">
                <a:solidFill>
                  <a:srgbClr val="736D78"/>
                </a:solidFill>
                <a:latin typeface="Arial"/>
                <a:ea typeface="Arial"/>
                <a:cs typeface="Arial"/>
              </a:defRPr>
            </a:lvl8pPr>
            <a:lvl9pPr algn="l">
              <a:buNone/>
              <a:defRPr sz="1500" b="0">
                <a:solidFill>
                  <a:srgbClr val="736D78"/>
                </a:solidFill>
                <a:latin typeface="Arial"/>
                <a:ea typeface="Arial"/>
                <a:cs typeface="Arial"/>
              </a:defRPr>
            </a:lvl9pPr>
          </a:lstStyle>
          <a:p xmlns:a="http://schemas.openxmlformats.org/drawingml/2006/main">
            <a:pPr algn="l">
              <a:buNone/>
              <a:defRPr sz="1500" b="0">
                <a:solidFill>
                  <a:srgbClr val="736D78"/>
                </a:solidFill>
                <a:latin typeface="Arial"/>
                <a:ea typeface="Arial"/>
                <a:cs typeface="Arial"/>
              </a:defRPr>
            </a:pPr>
            <a:r>
              <a:rPr sz="1500" b="0">
                <a:solidFill>
                  <a:srgbClr val="736D78"/>
                </a:solidFill>
                <a:latin typeface="Arial"/>
                <a:ea typeface="Arial"/>
                <a:cs typeface="Arial"/>
              </a:rPr>
              <a:t>Type a resource name, service, or category. Suggestions can be selected by keyboard.</a:t>
            </a:r>
          </a:p>
        </p:txBody>
      </p:sp>
      <p:sp>
        <p:nvSpPr>
          <p:cNvPr id="10" name="">
            <a:extLst xmlns:a="http://schemas.openxmlformats.org/drawingml/2006/main">
              <a:ext uri="{FF2B5EF4-FFF2-40B4-BE49-F238E27FC236}">
                <a16:creationId xmlns:a16="http://schemas.microsoft.com/office/drawing/2014/main" id="{11B6B9B4-FB46-42D4-B8E9-CB49C93B355D}"/>
              </a:ext>
            </a:extLst>
          </p:cNvPr>
          <p:cNvSpPr>
            <a:spLocks xmlns:a="http://schemas.openxmlformats.org/drawingml/2006/main" noGrp="1"/>
          </p:cNvSpPr>
          <p:nvPr/>
        </p:nvSpPr>
        <p:spPr>
          <a:xfrm xmlns:a="http://schemas.openxmlformats.org/drawingml/2006/main">
            <a:off x="45148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buNone/>
              <a:defRPr sz="4050" b="1">
                <a:solidFill>
                  <a:srgbClr val="603C91"/>
                </a:solidFill>
                <a:latin typeface="Arial"/>
                <a:ea typeface="Arial"/>
                <a:cs typeface="Arial"/>
              </a:defRPr>
            </a:lvl1pPr>
            <a:lvl2pPr algn="l">
              <a:buNone/>
              <a:defRPr sz="4050" b="1">
                <a:solidFill>
                  <a:srgbClr val="603C91"/>
                </a:solidFill>
                <a:latin typeface="Arial"/>
                <a:ea typeface="Arial"/>
                <a:cs typeface="Arial"/>
              </a:defRPr>
            </a:lvl2pPr>
            <a:lvl3pPr algn="l">
              <a:buNone/>
              <a:defRPr sz="4050" b="1">
                <a:solidFill>
                  <a:srgbClr val="603C91"/>
                </a:solidFill>
                <a:latin typeface="Arial"/>
                <a:ea typeface="Arial"/>
                <a:cs typeface="Arial"/>
              </a:defRPr>
            </a:lvl3pPr>
            <a:lvl4pPr algn="l">
              <a:buNone/>
              <a:defRPr sz="4050" b="1">
                <a:solidFill>
                  <a:srgbClr val="603C91"/>
                </a:solidFill>
                <a:latin typeface="Arial"/>
                <a:ea typeface="Arial"/>
                <a:cs typeface="Arial"/>
              </a:defRPr>
            </a:lvl4pPr>
            <a:lvl5pPr algn="l">
              <a:buNone/>
              <a:defRPr sz="4050" b="1">
                <a:solidFill>
                  <a:srgbClr val="603C91"/>
                </a:solidFill>
                <a:latin typeface="Arial"/>
                <a:ea typeface="Arial"/>
                <a:cs typeface="Arial"/>
              </a:defRPr>
            </a:lvl5pPr>
            <a:lvl6pPr algn="l">
              <a:buNone/>
              <a:defRPr sz="4050" b="1">
                <a:solidFill>
                  <a:srgbClr val="603C91"/>
                </a:solidFill>
                <a:latin typeface="Arial"/>
                <a:ea typeface="Arial"/>
                <a:cs typeface="Arial"/>
              </a:defRPr>
            </a:lvl6pPr>
            <a:lvl7pPr algn="l">
              <a:buNone/>
              <a:defRPr sz="4050" b="1">
                <a:solidFill>
                  <a:srgbClr val="603C91"/>
                </a:solidFill>
                <a:latin typeface="Arial"/>
                <a:ea typeface="Arial"/>
                <a:cs typeface="Arial"/>
              </a:defRPr>
            </a:lvl7pPr>
            <a:lvl8pPr algn="l">
              <a:buNone/>
              <a:defRPr sz="4050" b="1">
                <a:solidFill>
                  <a:srgbClr val="603C91"/>
                </a:solidFill>
                <a:latin typeface="Arial"/>
                <a:ea typeface="Arial"/>
                <a:cs typeface="Arial"/>
              </a:defRPr>
            </a:lvl8pPr>
            <a:lvl9pPr algn="l">
              <a:buNone/>
              <a:defRPr sz="4050" b="1">
                <a:solidFill>
                  <a:srgbClr val="603C91"/>
                </a:solidFill>
                <a:latin typeface="Arial"/>
                <a:ea typeface="Arial"/>
                <a:cs typeface="Arial"/>
              </a:defRPr>
            </a:lvl9pPr>
          </a:lstStyle>
          <a:p xmlns:a="http://schemas.openxmlformats.org/drawingml/2006/main">
            <a:pPr algn="l">
              <a:buNone/>
              <a:defRPr sz="4050" b="1">
                <a:solidFill>
                  <a:srgbClr val="603C91"/>
                </a:solidFill>
                <a:latin typeface="Arial"/>
                <a:ea typeface="Arial"/>
                <a:cs typeface="Arial"/>
              </a:defRPr>
            </a:pPr>
            <a:r>
              <a:rPr sz="4050" b="1">
                <a:solidFill>
                  <a:srgbClr val="603C91"/>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1135F8F-B001-4316-AC9E-3207AB73FA62}"/>
              </a:ext>
            </a:extLst>
          </p:cNvPr>
          <p:cNvSpPr>
            <a:spLocks xmlns:a="http://schemas.openxmlformats.org/drawingml/2006/main" noGrp="1"/>
          </p:cNvSpPr>
          <p:nvPr/>
        </p:nvSpPr>
        <p:spPr>
          <a:xfrm xmlns:a="http://schemas.openxmlformats.org/drawingml/2006/main">
            <a:off x="45148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12" name="">
            <a:extLst xmlns:a="http://schemas.openxmlformats.org/drawingml/2006/main">
              <a:ext uri="{FF2B5EF4-FFF2-40B4-BE49-F238E27FC236}">
                <a16:creationId xmlns:a16="http://schemas.microsoft.com/office/drawing/2014/main" id="{C1021427-CEA7-4599-B406-A784D90FC4B2}"/>
              </a:ext>
            </a:extLst>
          </p:cNvPr>
          <p:cNvSpPr>
            <a:spLocks xmlns:a="http://schemas.openxmlformats.org/drawingml/2006/main" noGrp="1"/>
          </p:cNvSpPr>
          <p:nvPr/>
        </p:nvSpPr>
        <p:spPr>
          <a:xfrm xmlns:a="http://schemas.openxmlformats.org/drawingml/2006/main">
            <a:off x="45148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buNone/>
              <a:defRPr sz="2175" b="1">
                <a:solidFill>
                  <a:srgbClr val="242128"/>
                </a:solidFill>
                <a:latin typeface="Arial"/>
                <a:ea typeface="Arial"/>
                <a:cs typeface="Arial"/>
              </a:defRPr>
            </a:lvl1pPr>
            <a:lvl2pPr algn="l">
              <a:buNone/>
              <a:defRPr sz="2175" b="1">
                <a:solidFill>
                  <a:srgbClr val="242128"/>
                </a:solidFill>
                <a:latin typeface="Arial"/>
                <a:ea typeface="Arial"/>
                <a:cs typeface="Arial"/>
              </a:defRPr>
            </a:lvl2pPr>
            <a:lvl3pPr algn="l">
              <a:buNone/>
              <a:defRPr sz="2175" b="1">
                <a:solidFill>
                  <a:srgbClr val="242128"/>
                </a:solidFill>
                <a:latin typeface="Arial"/>
                <a:ea typeface="Arial"/>
                <a:cs typeface="Arial"/>
              </a:defRPr>
            </a:lvl3pPr>
            <a:lvl4pPr algn="l">
              <a:buNone/>
              <a:defRPr sz="2175" b="1">
                <a:solidFill>
                  <a:srgbClr val="242128"/>
                </a:solidFill>
                <a:latin typeface="Arial"/>
                <a:ea typeface="Arial"/>
                <a:cs typeface="Arial"/>
              </a:defRPr>
            </a:lvl4pPr>
            <a:lvl5pPr algn="l">
              <a:buNone/>
              <a:defRPr sz="2175" b="1">
                <a:solidFill>
                  <a:srgbClr val="242128"/>
                </a:solidFill>
                <a:latin typeface="Arial"/>
                <a:ea typeface="Arial"/>
                <a:cs typeface="Arial"/>
              </a:defRPr>
            </a:lvl5pPr>
            <a:lvl6pPr algn="l">
              <a:buNone/>
              <a:defRPr sz="2175" b="1">
                <a:solidFill>
                  <a:srgbClr val="242128"/>
                </a:solidFill>
                <a:latin typeface="Arial"/>
                <a:ea typeface="Arial"/>
                <a:cs typeface="Arial"/>
              </a:defRPr>
            </a:lvl6pPr>
            <a:lvl7pPr algn="l">
              <a:buNone/>
              <a:defRPr sz="2175" b="1">
                <a:solidFill>
                  <a:srgbClr val="242128"/>
                </a:solidFill>
                <a:latin typeface="Arial"/>
                <a:ea typeface="Arial"/>
                <a:cs typeface="Arial"/>
              </a:defRPr>
            </a:lvl7pPr>
            <a:lvl8pPr algn="l">
              <a:buNone/>
              <a:defRPr sz="2175" b="1">
                <a:solidFill>
                  <a:srgbClr val="242128"/>
                </a:solidFill>
                <a:latin typeface="Arial"/>
                <a:ea typeface="Arial"/>
                <a:cs typeface="Arial"/>
              </a:defRPr>
            </a:lvl8pPr>
            <a:lvl9pPr algn="l">
              <a:buNone/>
              <a:defRPr sz="2175" b="1">
                <a:solidFill>
                  <a:srgbClr val="242128"/>
                </a:solidFill>
                <a:latin typeface="Arial"/>
                <a:ea typeface="Arial"/>
                <a:cs typeface="Arial"/>
              </a:defRPr>
            </a:lvl9pPr>
          </a:lstStyle>
          <a:p xmlns:a="http://schemas.openxmlformats.org/drawingml/2006/main">
            <a:pPr algn="l">
              <a:buNone/>
              <a:defRPr sz="2175" b="1">
                <a:solidFill>
                  <a:srgbClr val="242128"/>
                </a:solidFill>
                <a:latin typeface="Arial"/>
                <a:ea typeface="Arial"/>
                <a:cs typeface="Arial"/>
              </a:defRPr>
            </a:pPr>
            <a:r>
              <a:rPr sz="2175" b="1">
                <a:solidFill>
                  <a:srgbClr val="242128"/>
                </a:solidFill>
                <a:latin typeface="Arial"/>
                <a:ea typeface="Arial"/>
                <a:cs typeface="Arial"/>
              </a:rPr>
              <a:t>Refine</a:t>
            </a:r>
          </a:p>
        </p:txBody>
      </p:sp>
      <p:sp>
        <p:nvSpPr>
          <p:cNvPr id="13" name="">
            <a:extLst xmlns:a="http://schemas.openxmlformats.org/drawingml/2006/main">
              <a:ext uri="{FF2B5EF4-FFF2-40B4-BE49-F238E27FC236}">
                <a16:creationId xmlns:a16="http://schemas.microsoft.com/office/drawing/2014/main" id="{B843DD3E-552B-4E4E-91D7-005E42B52D8D}"/>
              </a:ext>
            </a:extLst>
          </p:cNvPr>
          <p:cNvSpPr>
            <a:spLocks xmlns:a="http://schemas.openxmlformats.org/drawingml/2006/main" noGrp="1"/>
          </p:cNvSpPr>
          <p:nvPr/>
        </p:nvSpPr>
        <p:spPr>
          <a:xfrm xmlns:a="http://schemas.openxmlformats.org/drawingml/2006/main">
            <a:off x="45148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buNone/>
              <a:defRPr sz="1500" b="0">
                <a:solidFill>
                  <a:srgbClr val="736D78"/>
                </a:solidFill>
                <a:latin typeface="Arial"/>
                <a:ea typeface="Arial"/>
                <a:cs typeface="Arial"/>
              </a:defRPr>
            </a:lvl1pPr>
            <a:lvl2pPr algn="l">
              <a:buNone/>
              <a:defRPr sz="1500" b="0">
                <a:solidFill>
                  <a:srgbClr val="736D78"/>
                </a:solidFill>
                <a:latin typeface="Arial"/>
                <a:ea typeface="Arial"/>
                <a:cs typeface="Arial"/>
              </a:defRPr>
            </a:lvl2pPr>
            <a:lvl3pPr algn="l">
              <a:buNone/>
              <a:defRPr sz="1500" b="0">
                <a:solidFill>
                  <a:srgbClr val="736D78"/>
                </a:solidFill>
                <a:latin typeface="Arial"/>
                <a:ea typeface="Arial"/>
                <a:cs typeface="Arial"/>
              </a:defRPr>
            </a:lvl3pPr>
            <a:lvl4pPr algn="l">
              <a:buNone/>
              <a:defRPr sz="1500" b="0">
                <a:solidFill>
                  <a:srgbClr val="736D78"/>
                </a:solidFill>
                <a:latin typeface="Arial"/>
                <a:ea typeface="Arial"/>
                <a:cs typeface="Arial"/>
              </a:defRPr>
            </a:lvl4pPr>
            <a:lvl5pPr algn="l">
              <a:buNone/>
              <a:defRPr sz="1500" b="0">
                <a:solidFill>
                  <a:srgbClr val="736D78"/>
                </a:solidFill>
                <a:latin typeface="Arial"/>
                <a:ea typeface="Arial"/>
                <a:cs typeface="Arial"/>
              </a:defRPr>
            </a:lvl5pPr>
            <a:lvl6pPr algn="l">
              <a:buNone/>
              <a:defRPr sz="1500" b="0">
                <a:solidFill>
                  <a:srgbClr val="736D78"/>
                </a:solidFill>
                <a:latin typeface="Arial"/>
                <a:ea typeface="Arial"/>
                <a:cs typeface="Arial"/>
              </a:defRPr>
            </a:lvl6pPr>
            <a:lvl7pPr algn="l">
              <a:buNone/>
              <a:defRPr sz="1500" b="0">
                <a:solidFill>
                  <a:srgbClr val="736D78"/>
                </a:solidFill>
                <a:latin typeface="Arial"/>
                <a:ea typeface="Arial"/>
                <a:cs typeface="Arial"/>
              </a:defRPr>
            </a:lvl7pPr>
            <a:lvl8pPr algn="l">
              <a:buNone/>
              <a:defRPr sz="1500" b="0">
                <a:solidFill>
                  <a:srgbClr val="736D78"/>
                </a:solidFill>
                <a:latin typeface="Arial"/>
                <a:ea typeface="Arial"/>
                <a:cs typeface="Arial"/>
              </a:defRPr>
            </a:lvl8pPr>
            <a:lvl9pPr algn="l">
              <a:buNone/>
              <a:defRPr sz="1500" b="0">
                <a:solidFill>
                  <a:srgbClr val="736D78"/>
                </a:solidFill>
                <a:latin typeface="Arial"/>
                <a:ea typeface="Arial"/>
                <a:cs typeface="Arial"/>
              </a:defRPr>
            </a:lvl9pPr>
          </a:lstStyle>
          <a:p xmlns:a="http://schemas.openxmlformats.org/drawingml/2006/main">
            <a:pPr algn="l">
              <a:buNone/>
              <a:defRPr sz="1500" b="0">
                <a:solidFill>
                  <a:srgbClr val="736D78"/>
                </a:solidFill>
                <a:latin typeface="Arial"/>
                <a:ea typeface="Arial"/>
                <a:cs typeface="Arial"/>
              </a:defRPr>
            </a:pPr>
            <a:r>
              <a:rPr sz="1500" b="0">
                <a:solidFill>
                  <a:srgbClr val="736D78"/>
                </a:solidFill>
                <a:latin typeface="Arial"/>
                <a:ea typeface="Arial"/>
                <a:cs typeface="Arial"/>
              </a:rPr>
              <a:t>Combine a category with “Open now,” or switch to saved resources.</a:t>
            </a:r>
          </a:p>
        </p:txBody>
      </p:sp>
      <p:sp>
        <p:nvSpPr>
          <p:cNvPr id="14" name="">
            <a:extLst xmlns:a="http://schemas.openxmlformats.org/drawingml/2006/main">
              <a:ext uri="{FF2B5EF4-FFF2-40B4-BE49-F238E27FC236}">
                <a16:creationId xmlns:a16="http://schemas.microsoft.com/office/drawing/2014/main" id="{8047D542-7BE4-40E1-BD78-8D0E2B5C11D5}"/>
              </a:ext>
            </a:extLst>
          </p:cNvPr>
          <p:cNvSpPr>
            <a:spLocks xmlns:a="http://schemas.openxmlformats.org/drawingml/2006/main" noGrp="1"/>
          </p:cNvSpPr>
          <p:nvPr/>
        </p:nvSpPr>
        <p:spPr>
          <a:xfrm xmlns:a="http://schemas.openxmlformats.org/drawingml/2006/main">
            <a:off x="82486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buNone/>
              <a:defRPr sz="4050" b="1">
                <a:solidFill>
                  <a:srgbClr val="603C91"/>
                </a:solidFill>
                <a:latin typeface="Arial"/>
                <a:ea typeface="Arial"/>
                <a:cs typeface="Arial"/>
              </a:defRPr>
            </a:lvl1pPr>
            <a:lvl2pPr algn="l">
              <a:buNone/>
              <a:defRPr sz="4050" b="1">
                <a:solidFill>
                  <a:srgbClr val="603C91"/>
                </a:solidFill>
                <a:latin typeface="Arial"/>
                <a:ea typeface="Arial"/>
                <a:cs typeface="Arial"/>
              </a:defRPr>
            </a:lvl2pPr>
            <a:lvl3pPr algn="l">
              <a:buNone/>
              <a:defRPr sz="4050" b="1">
                <a:solidFill>
                  <a:srgbClr val="603C91"/>
                </a:solidFill>
                <a:latin typeface="Arial"/>
                <a:ea typeface="Arial"/>
                <a:cs typeface="Arial"/>
              </a:defRPr>
            </a:lvl3pPr>
            <a:lvl4pPr algn="l">
              <a:buNone/>
              <a:defRPr sz="4050" b="1">
                <a:solidFill>
                  <a:srgbClr val="603C91"/>
                </a:solidFill>
                <a:latin typeface="Arial"/>
                <a:ea typeface="Arial"/>
                <a:cs typeface="Arial"/>
              </a:defRPr>
            </a:lvl4pPr>
            <a:lvl5pPr algn="l">
              <a:buNone/>
              <a:defRPr sz="4050" b="1">
                <a:solidFill>
                  <a:srgbClr val="603C91"/>
                </a:solidFill>
                <a:latin typeface="Arial"/>
                <a:ea typeface="Arial"/>
                <a:cs typeface="Arial"/>
              </a:defRPr>
            </a:lvl5pPr>
            <a:lvl6pPr algn="l">
              <a:buNone/>
              <a:defRPr sz="4050" b="1">
                <a:solidFill>
                  <a:srgbClr val="603C91"/>
                </a:solidFill>
                <a:latin typeface="Arial"/>
                <a:ea typeface="Arial"/>
                <a:cs typeface="Arial"/>
              </a:defRPr>
            </a:lvl6pPr>
            <a:lvl7pPr algn="l">
              <a:buNone/>
              <a:defRPr sz="4050" b="1">
                <a:solidFill>
                  <a:srgbClr val="603C91"/>
                </a:solidFill>
                <a:latin typeface="Arial"/>
                <a:ea typeface="Arial"/>
                <a:cs typeface="Arial"/>
              </a:defRPr>
            </a:lvl7pPr>
            <a:lvl8pPr algn="l">
              <a:buNone/>
              <a:defRPr sz="4050" b="1">
                <a:solidFill>
                  <a:srgbClr val="603C91"/>
                </a:solidFill>
                <a:latin typeface="Arial"/>
                <a:ea typeface="Arial"/>
                <a:cs typeface="Arial"/>
              </a:defRPr>
            </a:lvl8pPr>
            <a:lvl9pPr algn="l">
              <a:buNone/>
              <a:defRPr sz="4050" b="1">
                <a:solidFill>
                  <a:srgbClr val="603C91"/>
                </a:solidFill>
                <a:latin typeface="Arial"/>
                <a:ea typeface="Arial"/>
                <a:cs typeface="Arial"/>
              </a:defRPr>
            </a:lvl9pPr>
          </a:lstStyle>
          <a:p xmlns:a="http://schemas.openxmlformats.org/drawingml/2006/main">
            <a:pPr algn="l">
              <a:buNone/>
              <a:defRPr sz="4050" b="1">
                <a:solidFill>
                  <a:srgbClr val="603C91"/>
                </a:solidFill>
                <a:latin typeface="Arial"/>
                <a:ea typeface="Arial"/>
                <a:cs typeface="Arial"/>
              </a:defRPr>
            </a:pPr>
            <a:r>
              <a:rPr sz="4050" b="1">
                <a:solidFill>
                  <a:srgbClr val="603C91"/>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D71B9AA0-D3C3-48D4-9E8D-328FFB5B88CF}"/>
              </a:ext>
            </a:extLst>
          </p:cNvPr>
          <p:cNvSpPr>
            <a:spLocks xmlns:a="http://schemas.openxmlformats.org/drawingml/2006/main" noGrp="1"/>
          </p:cNvSpPr>
          <p:nvPr/>
        </p:nvSpPr>
        <p:spPr>
          <a:xfrm xmlns:a="http://schemas.openxmlformats.org/drawingml/2006/main">
            <a:off x="82486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16" name="">
            <a:extLst xmlns:a="http://schemas.openxmlformats.org/drawingml/2006/main">
              <a:ext uri="{FF2B5EF4-FFF2-40B4-BE49-F238E27FC236}">
                <a16:creationId xmlns:a16="http://schemas.microsoft.com/office/drawing/2014/main" id="{847EA945-0F45-4212-85D2-DC2BE8779148}"/>
              </a:ext>
            </a:extLst>
          </p:cNvPr>
          <p:cNvSpPr>
            <a:spLocks xmlns:a="http://schemas.openxmlformats.org/drawingml/2006/main" noGrp="1"/>
          </p:cNvSpPr>
          <p:nvPr/>
        </p:nvSpPr>
        <p:spPr>
          <a:xfrm xmlns:a="http://schemas.openxmlformats.org/drawingml/2006/main">
            <a:off x="82486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buNone/>
              <a:defRPr sz="2175" b="1">
                <a:solidFill>
                  <a:srgbClr val="242128"/>
                </a:solidFill>
                <a:latin typeface="Arial"/>
                <a:ea typeface="Arial"/>
                <a:cs typeface="Arial"/>
              </a:defRPr>
            </a:lvl1pPr>
            <a:lvl2pPr algn="l">
              <a:buNone/>
              <a:defRPr sz="2175" b="1">
                <a:solidFill>
                  <a:srgbClr val="242128"/>
                </a:solidFill>
                <a:latin typeface="Arial"/>
                <a:ea typeface="Arial"/>
                <a:cs typeface="Arial"/>
              </a:defRPr>
            </a:lvl2pPr>
            <a:lvl3pPr algn="l">
              <a:buNone/>
              <a:defRPr sz="2175" b="1">
                <a:solidFill>
                  <a:srgbClr val="242128"/>
                </a:solidFill>
                <a:latin typeface="Arial"/>
                <a:ea typeface="Arial"/>
                <a:cs typeface="Arial"/>
              </a:defRPr>
            </a:lvl3pPr>
            <a:lvl4pPr algn="l">
              <a:buNone/>
              <a:defRPr sz="2175" b="1">
                <a:solidFill>
                  <a:srgbClr val="242128"/>
                </a:solidFill>
                <a:latin typeface="Arial"/>
                <a:ea typeface="Arial"/>
                <a:cs typeface="Arial"/>
              </a:defRPr>
            </a:lvl4pPr>
            <a:lvl5pPr algn="l">
              <a:buNone/>
              <a:defRPr sz="2175" b="1">
                <a:solidFill>
                  <a:srgbClr val="242128"/>
                </a:solidFill>
                <a:latin typeface="Arial"/>
                <a:ea typeface="Arial"/>
                <a:cs typeface="Arial"/>
              </a:defRPr>
            </a:lvl5pPr>
            <a:lvl6pPr algn="l">
              <a:buNone/>
              <a:defRPr sz="2175" b="1">
                <a:solidFill>
                  <a:srgbClr val="242128"/>
                </a:solidFill>
                <a:latin typeface="Arial"/>
                <a:ea typeface="Arial"/>
                <a:cs typeface="Arial"/>
              </a:defRPr>
            </a:lvl6pPr>
            <a:lvl7pPr algn="l">
              <a:buNone/>
              <a:defRPr sz="2175" b="1">
                <a:solidFill>
                  <a:srgbClr val="242128"/>
                </a:solidFill>
                <a:latin typeface="Arial"/>
                <a:ea typeface="Arial"/>
                <a:cs typeface="Arial"/>
              </a:defRPr>
            </a:lvl7pPr>
            <a:lvl8pPr algn="l">
              <a:buNone/>
              <a:defRPr sz="2175" b="1">
                <a:solidFill>
                  <a:srgbClr val="242128"/>
                </a:solidFill>
                <a:latin typeface="Arial"/>
                <a:ea typeface="Arial"/>
                <a:cs typeface="Arial"/>
              </a:defRPr>
            </a:lvl8pPr>
            <a:lvl9pPr algn="l">
              <a:buNone/>
              <a:defRPr sz="2175" b="1">
                <a:solidFill>
                  <a:srgbClr val="242128"/>
                </a:solidFill>
                <a:latin typeface="Arial"/>
                <a:ea typeface="Arial"/>
                <a:cs typeface="Arial"/>
              </a:defRPr>
            </a:lvl9pPr>
          </a:lstStyle>
          <a:p xmlns:a="http://schemas.openxmlformats.org/drawingml/2006/main">
            <a:pPr algn="l">
              <a:buNone/>
              <a:defRPr sz="2175" b="1">
                <a:solidFill>
                  <a:srgbClr val="242128"/>
                </a:solidFill>
                <a:latin typeface="Arial"/>
                <a:ea typeface="Arial"/>
                <a:cs typeface="Arial"/>
              </a:defRPr>
            </a:pPr>
            <a:r>
              <a:rPr sz="2175" b="1">
                <a:solidFill>
                  <a:srgbClr val="242128"/>
                </a:solidFill>
                <a:latin typeface="Arial"/>
                <a:ea typeface="Arial"/>
                <a:cs typeface="Arial"/>
              </a:rPr>
              <a:t>Choose</a:t>
            </a:r>
          </a:p>
        </p:txBody>
      </p:sp>
      <p:sp>
        <p:nvSpPr>
          <p:cNvPr id="17" name="">
            <a:extLst xmlns:a="http://schemas.openxmlformats.org/drawingml/2006/main">
              <a:ext uri="{FF2B5EF4-FFF2-40B4-BE49-F238E27FC236}">
                <a16:creationId xmlns:a16="http://schemas.microsoft.com/office/drawing/2014/main" id="{E0FD83EF-7DC9-4932-8B4C-58CBA19EF791}"/>
              </a:ext>
            </a:extLst>
          </p:cNvPr>
          <p:cNvSpPr>
            <a:spLocks xmlns:a="http://schemas.openxmlformats.org/drawingml/2006/main" noGrp="1"/>
          </p:cNvSpPr>
          <p:nvPr/>
        </p:nvSpPr>
        <p:spPr>
          <a:xfrm xmlns:a="http://schemas.openxmlformats.org/drawingml/2006/main">
            <a:off x="82486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buNone/>
              <a:defRPr sz="1500" b="0">
                <a:solidFill>
                  <a:srgbClr val="736D78"/>
                </a:solidFill>
                <a:latin typeface="Arial"/>
                <a:ea typeface="Arial"/>
                <a:cs typeface="Arial"/>
              </a:defRPr>
            </a:lvl1pPr>
            <a:lvl2pPr algn="l">
              <a:buNone/>
              <a:defRPr sz="1500" b="0">
                <a:solidFill>
                  <a:srgbClr val="736D78"/>
                </a:solidFill>
                <a:latin typeface="Arial"/>
                <a:ea typeface="Arial"/>
                <a:cs typeface="Arial"/>
              </a:defRPr>
            </a:lvl2pPr>
            <a:lvl3pPr algn="l">
              <a:buNone/>
              <a:defRPr sz="1500" b="0">
                <a:solidFill>
                  <a:srgbClr val="736D78"/>
                </a:solidFill>
                <a:latin typeface="Arial"/>
                <a:ea typeface="Arial"/>
                <a:cs typeface="Arial"/>
              </a:defRPr>
            </a:lvl3pPr>
            <a:lvl4pPr algn="l">
              <a:buNone/>
              <a:defRPr sz="1500" b="0">
                <a:solidFill>
                  <a:srgbClr val="736D78"/>
                </a:solidFill>
                <a:latin typeface="Arial"/>
                <a:ea typeface="Arial"/>
                <a:cs typeface="Arial"/>
              </a:defRPr>
            </a:lvl4pPr>
            <a:lvl5pPr algn="l">
              <a:buNone/>
              <a:defRPr sz="1500" b="0">
                <a:solidFill>
                  <a:srgbClr val="736D78"/>
                </a:solidFill>
                <a:latin typeface="Arial"/>
                <a:ea typeface="Arial"/>
                <a:cs typeface="Arial"/>
              </a:defRPr>
            </a:lvl5pPr>
            <a:lvl6pPr algn="l">
              <a:buNone/>
              <a:defRPr sz="1500" b="0">
                <a:solidFill>
                  <a:srgbClr val="736D78"/>
                </a:solidFill>
                <a:latin typeface="Arial"/>
                <a:ea typeface="Arial"/>
                <a:cs typeface="Arial"/>
              </a:defRPr>
            </a:lvl6pPr>
            <a:lvl7pPr algn="l">
              <a:buNone/>
              <a:defRPr sz="1500" b="0">
                <a:solidFill>
                  <a:srgbClr val="736D78"/>
                </a:solidFill>
                <a:latin typeface="Arial"/>
                <a:ea typeface="Arial"/>
                <a:cs typeface="Arial"/>
              </a:defRPr>
            </a:lvl7pPr>
            <a:lvl8pPr algn="l">
              <a:buNone/>
              <a:defRPr sz="1500" b="0">
                <a:solidFill>
                  <a:srgbClr val="736D78"/>
                </a:solidFill>
                <a:latin typeface="Arial"/>
                <a:ea typeface="Arial"/>
                <a:cs typeface="Arial"/>
              </a:defRPr>
            </a:lvl8pPr>
            <a:lvl9pPr algn="l">
              <a:buNone/>
              <a:defRPr sz="1500" b="0">
                <a:solidFill>
                  <a:srgbClr val="736D78"/>
                </a:solidFill>
                <a:latin typeface="Arial"/>
                <a:ea typeface="Arial"/>
                <a:cs typeface="Arial"/>
              </a:defRPr>
            </a:lvl9pPr>
          </a:lstStyle>
          <a:p xmlns:a="http://schemas.openxmlformats.org/drawingml/2006/main">
            <a:pPr algn="l">
              <a:buNone/>
              <a:defRPr sz="1500" b="0">
                <a:solidFill>
                  <a:srgbClr val="736D78"/>
                </a:solidFill>
                <a:latin typeface="Arial"/>
                <a:ea typeface="Arial"/>
                <a:cs typeface="Arial"/>
              </a:defRPr>
            </a:pPr>
            <a:r>
              <a:rPr sz="1500" b="0">
                <a:solidFill>
                  <a:srgbClr val="736D78"/>
                </a:solidFill>
                <a:latin typeface="Arial"/>
                <a:ea typeface="Arial"/>
                <a:cs typeface="Arial"/>
              </a:rPr>
              <a:t>Open weekly hours, check the location, or save the result for later.</a:t>
            </a:r>
          </a:p>
        </p:txBody>
      </p:sp>
      <p:sp>
        <p:nvSpPr>
          <p:cNvPr id="18" name="">
            <a:extLst xmlns:a="http://schemas.openxmlformats.org/drawingml/2006/main">
              <a:ext uri="{FF2B5EF4-FFF2-40B4-BE49-F238E27FC236}">
                <a16:creationId xmlns:a16="http://schemas.microsoft.com/office/drawing/2014/main" id="{B256ED72-D80F-46E5-9983-E874FB67522B}"/>
              </a:ext>
            </a:extLst>
          </p:cNvPr>
          <p:cNvSpPr>
            <a:spLocks xmlns:a="http://schemas.openxmlformats.org/drawingml/2006/main" noGrp="1"/>
          </p:cNvSpPr>
          <p:nvPr/>
        </p:nvSpPr>
        <p:spPr>
          <a:xfrm xmlns:a="http://schemas.openxmlformats.org/drawingml/2006/main">
            <a:off x="781050" y="54292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buNone/>
              <a:defRPr sz="1350" b="0">
                <a:solidFill>
                  <a:srgbClr val="736D78"/>
                </a:solidFill>
                <a:latin typeface="Arial"/>
                <a:ea typeface="Arial"/>
                <a:cs typeface="Arial"/>
              </a:defRPr>
            </a:lvl1pPr>
            <a:lvl2pPr algn="l">
              <a:buNone/>
              <a:defRPr sz="1350" b="0">
                <a:solidFill>
                  <a:srgbClr val="736D78"/>
                </a:solidFill>
                <a:latin typeface="Arial"/>
                <a:ea typeface="Arial"/>
                <a:cs typeface="Arial"/>
              </a:defRPr>
            </a:lvl2pPr>
            <a:lvl3pPr algn="l">
              <a:buNone/>
              <a:defRPr sz="1350" b="0">
                <a:solidFill>
                  <a:srgbClr val="736D78"/>
                </a:solidFill>
                <a:latin typeface="Arial"/>
                <a:ea typeface="Arial"/>
                <a:cs typeface="Arial"/>
              </a:defRPr>
            </a:lvl3pPr>
            <a:lvl4pPr algn="l">
              <a:buNone/>
              <a:defRPr sz="1350" b="0">
                <a:solidFill>
                  <a:srgbClr val="736D78"/>
                </a:solidFill>
                <a:latin typeface="Arial"/>
                <a:ea typeface="Arial"/>
                <a:cs typeface="Arial"/>
              </a:defRPr>
            </a:lvl4pPr>
            <a:lvl5pPr algn="l">
              <a:buNone/>
              <a:defRPr sz="1350" b="0">
                <a:solidFill>
                  <a:srgbClr val="736D78"/>
                </a:solidFill>
                <a:latin typeface="Arial"/>
                <a:ea typeface="Arial"/>
                <a:cs typeface="Arial"/>
              </a:defRPr>
            </a:lvl5pPr>
            <a:lvl6pPr algn="l">
              <a:buNone/>
              <a:defRPr sz="1350" b="0">
                <a:solidFill>
                  <a:srgbClr val="736D78"/>
                </a:solidFill>
                <a:latin typeface="Arial"/>
                <a:ea typeface="Arial"/>
                <a:cs typeface="Arial"/>
              </a:defRPr>
            </a:lvl6pPr>
            <a:lvl7pPr algn="l">
              <a:buNone/>
              <a:defRPr sz="1350" b="0">
                <a:solidFill>
                  <a:srgbClr val="736D78"/>
                </a:solidFill>
                <a:latin typeface="Arial"/>
                <a:ea typeface="Arial"/>
                <a:cs typeface="Arial"/>
              </a:defRPr>
            </a:lvl7pPr>
            <a:lvl8pPr algn="l">
              <a:buNone/>
              <a:defRPr sz="1350" b="0">
                <a:solidFill>
                  <a:srgbClr val="736D78"/>
                </a:solidFill>
                <a:latin typeface="Arial"/>
                <a:ea typeface="Arial"/>
                <a:cs typeface="Arial"/>
              </a:defRPr>
            </a:lvl8pPr>
            <a:lvl9pPr algn="l">
              <a:buNone/>
              <a:defRPr sz="1350" b="0">
                <a:solidFill>
                  <a:srgbClr val="736D78"/>
                </a:solidFill>
                <a:latin typeface="Arial"/>
                <a:ea typeface="Arial"/>
                <a:cs typeface="Arial"/>
              </a:defRPr>
            </a:lvl9pPr>
          </a:lstStyle>
          <a:p xmlns:a="http://schemas.openxmlformats.org/drawingml/2006/main">
            <a:pPr algn="l">
              <a:buNone/>
              <a:defRPr sz="1350" b="0">
                <a:solidFill>
                  <a:srgbClr val="736D78"/>
                </a:solidFill>
                <a:latin typeface="Arial"/>
                <a:ea typeface="Arial"/>
                <a:cs typeface="Arial"/>
              </a:defRPr>
            </a:pPr>
            <a:r>
              <a:rPr sz="1350" b="0">
                <a:solidFill>
                  <a:srgbClr val="736D78"/>
                </a:solidFill>
                <a:latin typeface="Arial"/>
                <a:ea typeface="Arial"/>
                <a:cs typeface="Arial"/>
              </a:rPr>
              <a:t>Search matches names and resource descriptions; results use the bundled classroom dataset.</a:t>
            </a:r>
          </a:p>
        </p:txBody>
      </p:sp>
    </p:spTree>
    <p:extLst>
      <p:ext uri="{BB962C8B-B14F-4D97-AF65-F5344CB8AC3E}">
        <p14:creationId xmlns:p14="http://schemas.microsoft.com/office/powerpoint/2010/main" val="665621397"/>
      </p:ext>
    </p:extLst>
  </p:cSld>
</p:sld>
</file>

<file path=ppt/slides/slide4.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034F15-FC79-44EA-8B33-0A384D82ADE2}"/>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RESOURCE DETAILS</a:t>
            </a:r>
          </a:p>
        </p:txBody>
      </p:sp>
      <p:sp>
        <p:nvSpPr>
          <p:cNvPr id="2" name="">
            <a:extLst xmlns:a="http://schemas.openxmlformats.org/drawingml/2006/main">
              <a:ext uri="{FF2B5EF4-FFF2-40B4-BE49-F238E27FC236}">
                <a16:creationId xmlns:a16="http://schemas.microsoft.com/office/drawing/2014/main" id="{EC0C4214-432F-452E-ACEB-C51F6797360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CC9972E5-4C4C-4912-8DBB-D073FFD2651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0B2EB18A-7B46-4830-8418-361D7B216736}"/>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18409EF-2E44-4062-899C-EDEBB6E166B9}"/>
              </a:ext>
            </a:extLst>
          </p:cNvPr>
          <p:cNvSpPr>
            <a:spLocks xmlns:a="http://schemas.openxmlformats.org/drawingml/2006/main" noGrp="1"/>
          </p:cNvSpPr>
          <p:nvPr/>
        </p:nvSpPr>
        <p:spPr>
          <a:xfrm xmlns:a="http://schemas.openxmlformats.org/drawingml/2006/main">
            <a:off x="742950" y="876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242128"/>
                </a:solidFill>
                <a:latin typeface="Arial"/>
                <a:ea typeface="Arial"/>
                <a:cs typeface="Arial"/>
              </a:defRPr>
            </a:defPPr>
            <a:lvl1pPr algn="l">
              <a:buNone/>
              <a:defRPr sz="3150" b="1">
                <a:solidFill>
                  <a:srgbClr val="242128"/>
                </a:solidFill>
                <a:latin typeface="Arial"/>
                <a:ea typeface="Arial"/>
                <a:cs typeface="Arial"/>
              </a:defRPr>
            </a:lvl1pPr>
            <a:lvl2pPr algn="l">
              <a:buNone/>
              <a:defRPr sz="3150" b="1">
                <a:solidFill>
                  <a:srgbClr val="242128"/>
                </a:solidFill>
                <a:latin typeface="Arial"/>
                <a:ea typeface="Arial"/>
                <a:cs typeface="Arial"/>
              </a:defRPr>
            </a:lvl2pPr>
            <a:lvl3pPr algn="l">
              <a:buNone/>
              <a:defRPr sz="3150" b="1">
                <a:solidFill>
                  <a:srgbClr val="242128"/>
                </a:solidFill>
                <a:latin typeface="Arial"/>
                <a:ea typeface="Arial"/>
                <a:cs typeface="Arial"/>
              </a:defRPr>
            </a:lvl3pPr>
            <a:lvl4pPr algn="l">
              <a:buNone/>
              <a:defRPr sz="3150" b="1">
                <a:solidFill>
                  <a:srgbClr val="242128"/>
                </a:solidFill>
                <a:latin typeface="Arial"/>
                <a:ea typeface="Arial"/>
                <a:cs typeface="Arial"/>
              </a:defRPr>
            </a:lvl4pPr>
            <a:lvl5pPr algn="l">
              <a:buNone/>
              <a:defRPr sz="3150" b="1">
                <a:solidFill>
                  <a:srgbClr val="242128"/>
                </a:solidFill>
                <a:latin typeface="Arial"/>
                <a:ea typeface="Arial"/>
                <a:cs typeface="Arial"/>
              </a:defRPr>
            </a:lvl5pPr>
            <a:lvl6pPr algn="l">
              <a:buNone/>
              <a:defRPr sz="3150" b="1">
                <a:solidFill>
                  <a:srgbClr val="242128"/>
                </a:solidFill>
                <a:latin typeface="Arial"/>
                <a:ea typeface="Arial"/>
                <a:cs typeface="Arial"/>
              </a:defRPr>
            </a:lvl6pPr>
            <a:lvl7pPr algn="l">
              <a:buNone/>
              <a:defRPr sz="3150" b="1">
                <a:solidFill>
                  <a:srgbClr val="242128"/>
                </a:solidFill>
                <a:latin typeface="Arial"/>
                <a:ea typeface="Arial"/>
                <a:cs typeface="Arial"/>
              </a:defRPr>
            </a:lvl7pPr>
            <a:lvl8pPr algn="l">
              <a:buNone/>
              <a:defRPr sz="3150" b="1">
                <a:solidFill>
                  <a:srgbClr val="242128"/>
                </a:solidFill>
                <a:latin typeface="Arial"/>
                <a:ea typeface="Arial"/>
                <a:cs typeface="Arial"/>
              </a:defRPr>
            </a:lvl8pPr>
            <a:lvl9pPr algn="l">
              <a:buNone/>
              <a:defRPr sz="3150" b="1">
                <a:solidFill>
                  <a:srgbClr val="242128"/>
                </a:solidFill>
                <a:latin typeface="Arial"/>
                <a:ea typeface="Arial"/>
                <a:cs typeface="Arial"/>
              </a:defRPr>
            </a:lvl9pPr>
          </a:lstStyle>
          <a:p xmlns:a="http://schemas.openxmlformats.org/drawingml/2006/main">
            <a:pPr algn="l">
              <a:buNone/>
              <a:defRPr sz="3150" b="1">
                <a:solidFill>
                  <a:srgbClr val="242128"/>
                </a:solidFill>
                <a:latin typeface="Arial"/>
                <a:ea typeface="Arial"/>
                <a:cs typeface="Arial"/>
              </a:defRPr>
            </a:pPr>
            <a:r>
              <a:rPr sz="3150" b="1">
                <a:solidFill>
                  <a:srgbClr val="242128"/>
                </a:solidFill>
                <a:latin typeface="Arial"/>
                <a:ea typeface="Arial"/>
                <a:cs typeface="Arial"/>
              </a:rPr>
              <a:t>Useful details, with scope stated plainly</a:t>
            </a:r>
          </a:p>
        </p:txBody>
      </p:sp>
      <p:sp>
        <p:nvSpPr>
          <p:cNvPr id="6" name="">
            <a:extLst xmlns:a="http://schemas.openxmlformats.org/drawingml/2006/main">
              <a:ext uri="{FF2B5EF4-FFF2-40B4-BE49-F238E27FC236}">
                <a16:creationId xmlns:a16="http://schemas.microsoft.com/office/drawing/2014/main" id="{31198580-BB3B-4756-AF06-D65F47A86FD0}"/>
              </a:ext>
            </a:extLst>
          </p:cNvPr>
          <p:cNvSpPr>
            <a:spLocks xmlns:a="http://schemas.openxmlformats.org/drawingml/2006/main" noGrp="1"/>
          </p:cNvSpPr>
          <p:nvPr/>
        </p:nvSpPr>
        <p:spPr>
          <a:xfrm xmlns:a="http://schemas.openxmlformats.org/drawingml/2006/main">
            <a:off x="781050" y="21145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HOURS &amp; AVAILABILITY</a:t>
            </a:r>
          </a:p>
        </p:txBody>
      </p:sp>
      <p:sp>
        <p:nvSpPr>
          <p:cNvPr id="7" name="">
            <a:extLst xmlns:a="http://schemas.openxmlformats.org/drawingml/2006/main">
              <a:ext uri="{FF2B5EF4-FFF2-40B4-BE49-F238E27FC236}">
                <a16:creationId xmlns:a16="http://schemas.microsoft.com/office/drawing/2014/main" id="{4EEE194A-D91E-4E93-844A-0D45211C70AF}"/>
              </a:ext>
            </a:extLst>
          </p:cNvPr>
          <p:cNvSpPr>
            <a:spLocks xmlns:a="http://schemas.openxmlformats.org/drawingml/2006/main" noGrp="1"/>
          </p:cNvSpPr>
          <p:nvPr/>
        </p:nvSpPr>
        <p:spPr>
          <a:xfrm xmlns:a="http://schemas.openxmlformats.org/drawingml/2006/main">
            <a:off x="781050" y="2533650"/>
            <a:ext cx="4524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Open status uses the sample weekly schedule and Eastern Time. Expand a result to see all seven days.</a:t>
            </a:r>
          </a:p>
        </p:txBody>
      </p:sp>
      <p:sp>
        <p:nvSpPr>
          <p:cNvPr id="8" name="">
            <a:extLst xmlns:a="http://schemas.openxmlformats.org/drawingml/2006/main">
              <a:ext uri="{FF2B5EF4-FFF2-40B4-BE49-F238E27FC236}">
                <a16:creationId xmlns:a16="http://schemas.microsoft.com/office/drawing/2014/main" id="{6A5A097A-D754-43A0-A4DB-14411B42904F}"/>
              </a:ext>
            </a:extLst>
          </p:cNvPr>
          <p:cNvSpPr>
            <a:spLocks xmlns:a="http://schemas.openxmlformats.org/drawingml/2006/main" noGrp="1"/>
          </p:cNvSpPr>
          <p:nvPr/>
        </p:nvSpPr>
        <p:spPr>
          <a:xfrm xmlns:a="http://schemas.openxmlformats.org/drawingml/2006/main">
            <a:off x="6324600" y="21145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SAVED PLACES</a:t>
            </a:r>
          </a:p>
        </p:txBody>
      </p:sp>
      <p:sp>
        <p:nvSpPr>
          <p:cNvPr id="9" name="">
            <a:extLst xmlns:a="http://schemas.openxmlformats.org/drawingml/2006/main">
              <a:ext uri="{FF2B5EF4-FFF2-40B4-BE49-F238E27FC236}">
                <a16:creationId xmlns:a16="http://schemas.microsoft.com/office/drawing/2014/main" id="{8906027E-B91C-42B7-9B3A-8C9B87E5ACA3}"/>
              </a:ext>
            </a:extLst>
          </p:cNvPr>
          <p:cNvSpPr>
            <a:spLocks xmlns:a="http://schemas.openxmlformats.org/drawingml/2006/main" noGrp="1"/>
          </p:cNvSpPr>
          <p:nvPr/>
        </p:nvSpPr>
        <p:spPr>
          <a:xfrm xmlns:a="http://schemas.openxmlformats.org/drawingml/2006/main">
            <a:off x="6324600" y="2533650"/>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Bookmarks stay in this browser, so familiar resources are easy to revisit on this device.</a:t>
            </a:r>
          </a:p>
        </p:txBody>
      </p:sp>
      <p:sp>
        <p:nvSpPr>
          <p:cNvPr id="10" name="">
            <a:extLst xmlns:a="http://schemas.openxmlformats.org/drawingml/2006/main">
              <a:ext uri="{FF2B5EF4-FFF2-40B4-BE49-F238E27FC236}">
                <a16:creationId xmlns:a16="http://schemas.microsoft.com/office/drawing/2014/main" id="{1DE0193D-11E9-4854-9538-9C61D62CD275}"/>
              </a:ext>
            </a:extLst>
          </p:cNvPr>
          <p:cNvSpPr>
            <a:spLocks xmlns:a="http://schemas.openxmlformats.org/drawingml/2006/main" noGrp="1"/>
          </p:cNvSpPr>
          <p:nvPr/>
        </p:nvSpPr>
        <p:spPr>
          <a:xfrm xmlns:a="http://schemas.openxmlformats.org/drawingml/2006/main">
            <a:off x="781050" y="4152900"/>
            <a:ext cx="1019175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1" name="">
            <a:extLst xmlns:a="http://schemas.openxmlformats.org/drawingml/2006/main">
              <a:ext uri="{FF2B5EF4-FFF2-40B4-BE49-F238E27FC236}">
                <a16:creationId xmlns:a16="http://schemas.microsoft.com/office/drawing/2014/main" id="{A9985980-F3F2-4478-BE54-6EF79A638C1C}"/>
              </a:ext>
            </a:extLst>
          </p:cNvPr>
          <p:cNvSpPr>
            <a:spLocks xmlns:a="http://schemas.openxmlformats.org/drawingml/2006/main" noGrp="1"/>
          </p:cNvSpPr>
          <p:nvPr/>
        </p:nvSpPr>
        <p:spPr>
          <a:xfrm xmlns:a="http://schemas.openxmlformats.org/drawingml/2006/main">
            <a:off x="781050" y="45339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REPORT AN ISSUE</a:t>
            </a:r>
          </a:p>
        </p:txBody>
      </p:sp>
      <p:sp>
        <p:nvSpPr>
          <p:cNvPr id="12" name="">
            <a:extLst xmlns:a="http://schemas.openxmlformats.org/drawingml/2006/main">
              <a:ext uri="{FF2B5EF4-FFF2-40B4-BE49-F238E27FC236}">
                <a16:creationId xmlns:a16="http://schemas.microsoft.com/office/drawing/2014/main" id="{91B87952-75F9-4FD8-B06E-24400D1DF35A}"/>
              </a:ext>
            </a:extLst>
          </p:cNvPr>
          <p:cNvSpPr>
            <a:spLocks xmlns:a="http://schemas.openxmlformats.org/drawingml/2006/main" noGrp="1"/>
          </p:cNvSpPr>
          <p:nvPr/>
        </p:nvSpPr>
        <p:spPr>
          <a:xfrm xmlns:a="http://schemas.openxmlformats.org/drawingml/2006/main">
            <a:off x="781050" y="4914900"/>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128"/>
                </a:solidFill>
                <a:latin typeface="Arial"/>
                <a:ea typeface="Arial"/>
                <a:cs typeface="Arial"/>
              </a:defRPr>
            </a:defPPr>
            <a:lvl1pPr algn="l">
              <a:buNone/>
              <a:defRPr sz="1725" b="0">
                <a:solidFill>
                  <a:srgbClr val="242128"/>
                </a:solidFill>
                <a:latin typeface="Arial"/>
                <a:ea typeface="Arial"/>
                <a:cs typeface="Arial"/>
              </a:defRPr>
            </a:lvl1pPr>
            <a:lvl2pPr algn="l">
              <a:buNone/>
              <a:defRPr sz="1725" b="0">
                <a:solidFill>
                  <a:srgbClr val="242128"/>
                </a:solidFill>
                <a:latin typeface="Arial"/>
                <a:ea typeface="Arial"/>
                <a:cs typeface="Arial"/>
              </a:defRPr>
            </a:lvl2pPr>
            <a:lvl3pPr algn="l">
              <a:buNone/>
              <a:defRPr sz="1725" b="0">
                <a:solidFill>
                  <a:srgbClr val="242128"/>
                </a:solidFill>
                <a:latin typeface="Arial"/>
                <a:ea typeface="Arial"/>
                <a:cs typeface="Arial"/>
              </a:defRPr>
            </a:lvl3pPr>
            <a:lvl4pPr algn="l">
              <a:buNone/>
              <a:defRPr sz="1725" b="0">
                <a:solidFill>
                  <a:srgbClr val="242128"/>
                </a:solidFill>
                <a:latin typeface="Arial"/>
                <a:ea typeface="Arial"/>
                <a:cs typeface="Arial"/>
              </a:defRPr>
            </a:lvl4pPr>
            <a:lvl5pPr algn="l">
              <a:buNone/>
              <a:defRPr sz="1725" b="0">
                <a:solidFill>
                  <a:srgbClr val="242128"/>
                </a:solidFill>
                <a:latin typeface="Arial"/>
                <a:ea typeface="Arial"/>
                <a:cs typeface="Arial"/>
              </a:defRPr>
            </a:lvl5pPr>
            <a:lvl6pPr algn="l">
              <a:buNone/>
              <a:defRPr sz="1725" b="0">
                <a:solidFill>
                  <a:srgbClr val="242128"/>
                </a:solidFill>
                <a:latin typeface="Arial"/>
                <a:ea typeface="Arial"/>
                <a:cs typeface="Arial"/>
              </a:defRPr>
            </a:lvl6pPr>
            <a:lvl7pPr algn="l">
              <a:buNone/>
              <a:defRPr sz="1725" b="0">
                <a:solidFill>
                  <a:srgbClr val="242128"/>
                </a:solidFill>
                <a:latin typeface="Arial"/>
                <a:ea typeface="Arial"/>
                <a:cs typeface="Arial"/>
              </a:defRPr>
            </a:lvl7pPr>
            <a:lvl8pPr algn="l">
              <a:buNone/>
              <a:defRPr sz="1725" b="0">
                <a:solidFill>
                  <a:srgbClr val="242128"/>
                </a:solidFill>
                <a:latin typeface="Arial"/>
                <a:ea typeface="Arial"/>
                <a:cs typeface="Arial"/>
              </a:defRPr>
            </a:lvl8pPr>
            <a:lvl9pPr algn="l">
              <a:buNone/>
              <a:defRPr sz="1725" b="0">
                <a:solidFill>
                  <a:srgbClr val="242128"/>
                </a:solidFill>
                <a:latin typeface="Arial"/>
                <a:ea typeface="Arial"/>
                <a:cs typeface="Arial"/>
              </a:defRPr>
            </a:lvl9pPr>
          </a:lstStyle>
          <a:p xmlns:a="http://schemas.openxmlformats.org/drawingml/2006/main">
            <a:pPr algn="l">
              <a:buNone/>
              <a:defRPr sz="1725" b="0">
                <a:solidFill>
                  <a:srgbClr val="242128"/>
                </a:solidFill>
                <a:latin typeface="Arial"/>
                <a:ea typeface="Arial"/>
                <a:cs typeface="Arial"/>
              </a:defRPr>
            </a:pPr>
            <a:r>
              <a:rPr sz="1725" b="0">
                <a:solidFill>
                  <a:srgbClr val="242128"/>
                </a:solidFill>
                <a:latin typeface="Arial"/>
                <a:ea typeface="Arial"/>
                <a:cs typeface="Arial"/>
              </a:rPr>
              <a:t>Choose a reason and add optional details. The report appears in this browser’s local log; it is not sent to CCNY.</a:t>
            </a:r>
          </a:p>
        </p:txBody>
      </p:sp>
    </p:spTree>
    <p:extLst>
      <p:ext uri="{BB962C8B-B14F-4D97-AF65-F5344CB8AC3E}">
        <p14:creationId xmlns:p14="http://schemas.microsoft.com/office/powerpoint/2010/main" val="1481276387"/>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2C16DC-D1ED-45B7-A2CA-9141B2863C6C}"/>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TEAM RESPONSIBILITIES</a:t>
            </a:r>
          </a:p>
        </p:txBody>
      </p:sp>
      <p:sp>
        <p:nvSpPr>
          <p:cNvPr id="2" name="">
            <a:extLst xmlns:a="http://schemas.openxmlformats.org/drawingml/2006/main">
              <a:ext uri="{FF2B5EF4-FFF2-40B4-BE49-F238E27FC236}">
                <a16:creationId xmlns:a16="http://schemas.microsoft.com/office/drawing/2014/main" id="{602FA11D-B0BE-490F-9E90-F30F17FB169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A6A08BB8-EBE3-434F-9367-229FDCE17FCC}"/>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E7BD87C3-B0C0-4F0C-AF13-F3C3561F5A9E}"/>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BADA8A7-A91F-4BD7-BA98-119EF97991F5}"/>
              </a:ext>
            </a:extLst>
          </p:cNvPr>
          <p:cNvSpPr>
            <a:spLocks xmlns:a="http://schemas.openxmlformats.org/drawingml/2006/main" noGrp="1"/>
          </p:cNvSpPr>
          <p:nvPr/>
        </p:nvSpPr>
        <p:spPr>
          <a:xfrm xmlns:a="http://schemas.openxmlformats.org/drawingml/2006/main">
            <a:off x="742950" y="8953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42128"/>
                </a:solidFill>
                <a:latin typeface="Arial"/>
                <a:ea typeface="Arial"/>
                <a:cs typeface="Arial"/>
              </a:defRPr>
            </a:defPPr>
            <a:lvl1pPr algn="l">
              <a:buNone/>
              <a:defRPr sz="3300" b="1">
                <a:solidFill>
                  <a:srgbClr val="242128"/>
                </a:solidFill>
                <a:latin typeface="Arial"/>
                <a:ea typeface="Arial"/>
                <a:cs typeface="Arial"/>
              </a:defRPr>
            </a:lvl1pPr>
            <a:lvl2pPr algn="l">
              <a:buNone/>
              <a:defRPr sz="3300" b="1">
                <a:solidFill>
                  <a:srgbClr val="242128"/>
                </a:solidFill>
                <a:latin typeface="Arial"/>
                <a:ea typeface="Arial"/>
                <a:cs typeface="Arial"/>
              </a:defRPr>
            </a:lvl2pPr>
            <a:lvl3pPr algn="l">
              <a:buNone/>
              <a:defRPr sz="3300" b="1">
                <a:solidFill>
                  <a:srgbClr val="242128"/>
                </a:solidFill>
                <a:latin typeface="Arial"/>
                <a:ea typeface="Arial"/>
                <a:cs typeface="Arial"/>
              </a:defRPr>
            </a:lvl3pPr>
            <a:lvl4pPr algn="l">
              <a:buNone/>
              <a:defRPr sz="3300" b="1">
                <a:solidFill>
                  <a:srgbClr val="242128"/>
                </a:solidFill>
                <a:latin typeface="Arial"/>
                <a:ea typeface="Arial"/>
                <a:cs typeface="Arial"/>
              </a:defRPr>
            </a:lvl4pPr>
            <a:lvl5pPr algn="l">
              <a:buNone/>
              <a:defRPr sz="3300" b="1">
                <a:solidFill>
                  <a:srgbClr val="242128"/>
                </a:solidFill>
                <a:latin typeface="Arial"/>
                <a:ea typeface="Arial"/>
                <a:cs typeface="Arial"/>
              </a:defRPr>
            </a:lvl5pPr>
            <a:lvl6pPr algn="l">
              <a:buNone/>
              <a:defRPr sz="3300" b="1">
                <a:solidFill>
                  <a:srgbClr val="242128"/>
                </a:solidFill>
                <a:latin typeface="Arial"/>
                <a:ea typeface="Arial"/>
                <a:cs typeface="Arial"/>
              </a:defRPr>
            </a:lvl6pPr>
            <a:lvl7pPr algn="l">
              <a:buNone/>
              <a:defRPr sz="3300" b="1">
                <a:solidFill>
                  <a:srgbClr val="242128"/>
                </a:solidFill>
                <a:latin typeface="Arial"/>
                <a:ea typeface="Arial"/>
                <a:cs typeface="Arial"/>
              </a:defRPr>
            </a:lvl7pPr>
            <a:lvl8pPr algn="l">
              <a:buNone/>
              <a:defRPr sz="3300" b="1">
                <a:solidFill>
                  <a:srgbClr val="242128"/>
                </a:solidFill>
                <a:latin typeface="Arial"/>
                <a:ea typeface="Arial"/>
                <a:cs typeface="Arial"/>
              </a:defRPr>
            </a:lvl8pPr>
            <a:lvl9pPr algn="l">
              <a:buNone/>
              <a:defRPr sz="3300" b="1">
                <a:solidFill>
                  <a:srgbClr val="242128"/>
                </a:solidFill>
                <a:latin typeface="Arial"/>
                <a:ea typeface="Arial"/>
                <a:cs typeface="Arial"/>
              </a:defRPr>
            </a:lvl9pPr>
          </a:lstStyle>
          <a:p xmlns:a="http://schemas.openxmlformats.org/drawingml/2006/main">
            <a:pPr algn="l">
              <a:buNone/>
              <a:defRPr sz="3300" b="1">
                <a:solidFill>
                  <a:srgbClr val="242128"/>
                </a:solidFill>
                <a:latin typeface="Arial"/>
                <a:ea typeface="Arial"/>
                <a:cs typeface="Arial"/>
              </a:defRPr>
            </a:pPr>
            <a:r>
              <a:rPr sz="3300" b="1">
                <a:solidFill>
                  <a:srgbClr val="242128"/>
                </a:solidFill>
                <a:latin typeface="Arial"/>
                <a:ea typeface="Arial"/>
                <a:cs typeface="Arial"/>
              </a:rPr>
              <a:t>Four assigned features</a:t>
            </a:r>
          </a:p>
        </p:txBody>
      </p:sp>
      <p:sp>
        <p:nvSpPr>
          <p:cNvPr id="6" name="">
            <a:extLst xmlns:a="http://schemas.openxmlformats.org/drawingml/2006/main">
              <a:ext uri="{FF2B5EF4-FFF2-40B4-BE49-F238E27FC236}">
                <a16:creationId xmlns:a16="http://schemas.microsoft.com/office/drawing/2014/main" id="{6D467E01-83CC-4D78-8DCF-904D3C3FDD15}"/>
              </a:ext>
            </a:extLst>
          </p:cNvPr>
          <p:cNvSpPr>
            <a:spLocks xmlns:a="http://schemas.openxmlformats.org/drawingml/2006/main" noGrp="1"/>
          </p:cNvSpPr>
          <p:nvPr/>
        </p:nvSpPr>
        <p:spPr>
          <a:xfrm xmlns:a="http://schemas.openxmlformats.org/drawingml/2006/main">
            <a:off x="800100" y="20002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buNone/>
              <a:defRPr sz="1500" b="1">
                <a:solidFill>
                  <a:srgbClr val="603C91"/>
                </a:solidFill>
                <a:latin typeface="Arial"/>
                <a:ea typeface="Arial"/>
                <a:cs typeface="Arial"/>
              </a:defRPr>
            </a:lvl1pPr>
            <a:lvl2pPr algn="l">
              <a:buNone/>
              <a:defRPr sz="1500" b="1">
                <a:solidFill>
                  <a:srgbClr val="603C91"/>
                </a:solidFill>
                <a:latin typeface="Arial"/>
                <a:ea typeface="Arial"/>
                <a:cs typeface="Arial"/>
              </a:defRPr>
            </a:lvl2pPr>
            <a:lvl3pPr algn="l">
              <a:buNone/>
              <a:defRPr sz="1500" b="1">
                <a:solidFill>
                  <a:srgbClr val="603C91"/>
                </a:solidFill>
                <a:latin typeface="Arial"/>
                <a:ea typeface="Arial"/>
                <a:cs typeface="Arial"/>
              </a:defRPr>
            </a:lvl3pPr>
            <a:lvl4pPr algn="l">
              <a:buNone/>
              <a:defRPr sz="1500" b="1">
                <a:solidFill>
                  <a:srgbClr val="603C91"/>
                </a:solidFill>
                <a:latin typeface="Arial"/>
                <a:ea typeface="Arial"/>
                <a:cs typeface="Arial"/>
              </a:defRPr>
            </a:lvl4pPr>
            <a:lvl5pPr algn="l">
              <a:buNone/>
              <a:defRPr sz="1500" b="1">
                <a:solidFill>
                  <a:srgbClr val="603C91"/>
                </a:solidFill>
                <a:latin typeface="Arial"/>
                <a:ea typeface="Arial"/>
                <a:cs typeface="Arial"/>
              </a:defRPr>
            </a:lvl5pPr>
            <a:lvl6pPr algn="l">
              <a:buNone/>
              <a:defRPr sz="1500" b="1">
                <a:solidFill>
                  <a:srgbClr val="603C91"/>
                </a:solidFill>
                <a:latin typeface="Arial"/>
                <a:ea typeface="Arial"/>
                <a:cs typeface="Arial"/>
              </a:defRPr>
            </a:lvl6pPr>
            <a:lvl7pPr algn="l">
              <a:buNone/>
              <a:defRPr sz="1500" b="1">
                <a:solidFill>
                  <a:srgbClr val="603C91"/>
                </a:solidFill>
                <a:latin typeface="Arial"/>
                <a:ea typeface="Arial"/>
                <a:cs typeface="Arial"/>
              </a:defRPr>
            </a:lvl7pPr>
            <a:lvl8pPr algn="l">
              <a:buNone/>
              <a:defRPr sz="1500" b="1">
                <a:solidFill>
                  <a:srgbClr val="603C91"/>
                </a:solidFill>
                <a:latin typeface="Arial"/>
                <a:ea typeface="Arial"/>
                <a:cs typeface="Arial"/>
              </a:defRPr>
            </a:lvl8pPr>
            <a:lvl9pPr algn="l">
              <a:buNone/>
              <a:defRPr sz="1500" b="1">
                <a:solidFill>
                  <a:srgbClr val="603C91"/>
                </a:solidFill>
                <a:latin typeface="Arial"/>
                <a:ea typeface="Arial"/>
                <a:cs typeface="Arial"/>
              </a:defRPr>
            </a:lvl9pPr>
          </a:lstStyle>
          <a:p xmlns:a="http://schemas.openxmlformats.org/drawingml/2006/main">
            <a:pPr algn="l">
              <a:buNone/>
              <a:defRPr sz="1500" b="1">
                <a:solidFill>
                  <a:srgbClr val="603C91"/>
                </a:solidFill>
                <a:latin typeface="Arial"/>
                <a:ea typeface="Arial"/>
                <a:cs typeface="Arial"/>
              </a:defRPr>
            </a:pPr>
            <a:r>
              <a:rPr sz="1500" b="1">
                <a:solidFill>
                  <a:srgbClr val="603C9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FC183D1-80F9-4CBF-A3FC-0349EA99137E}"/>
              </a:ext>
            </a:extLst>
          </p:cNvPr>
          <p:cNvSpPr>
            <a:spLocks xmlns:a="http://schemas.openxmlformats.org/drawingml/2006/main" noGrp="1"/>
          </p:cNvSpPr>
          <p:nvPr/>
        </p:nvSpPr>
        <p:spPr>
          <a:xfrm xmlns:a="http://schemas.openxmlformats.org/drawingml/2006/main">
            <a:off x="1504950" y="2000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buNone/>
              <a:defRPr sz="1800" b="1">
                <a:solidFill>
                  <a:srgbClr val="242128"/>
                </a:solidFill>
                <a:latin typeface="Arial"/>
                <a:ea typeface="Arial"/>
                <a:cs typeface="Arial"/>
              </a:defRPr>
            </a:lvl1pPr>
            <a:lvl2pPr algn="l">
              <a:buNone/>
              <a:defRPr sz="1800" b="1">
                <a:solidFill>
                  <a:srgbClr val="242128"/>
                </a:solidFill>
                <a:latin typeface="Arial"/>
                <a:ea typeface="Arial"/>
                <a:cs typeface="Arial"/>
              </a:defRPr>
            </a:lvl2pPr>
            <a:lvl3pPr algn="l">
              <a:buNone/>
              <a:defRPr sz="1800" b="1">
                <a:solidFill>
                  <a:srgbClr val="242128"/>
                </a:solidFill>
                <a:latin typeface="Arial"/>
                <a:ea typeface="Arial"/>
                <a:cs typeface="Arial"/>
              </a:defRPr>
            </a:lvl3pPr>
            <a:lvl4pPr algn="l">
              <a:buNone/>
              <a:defRPr sz="1800" b="1">
                <a:solidFill>
                  <a:srgbClr val="242128"/>
                </a:solidFill>
                <a:latin typeface="Arial"/>
                <a:ea typeface="Arial"/>
                <a:cs typeface="Arial"/>
              </a:defRPr>
            </a:lvl4pPr>
            <a:lvl5pPr algn="l">
              <a:buNone/>
              <a:defRPr sz="1800" b="1">
                <a:solidFill>
                  <a:srgbClr val="242128"/>
                </a:solidFill>
                <a:latin typeface="Arial"/>
                <a:ea typeface="Arial"/>
                <a:cs typeface="Arial"/>
              </a:defRPr>
            </a:lvl5pPr>
            <a:lvl6pPr algn="l">
              <a:buNone/>
              <a:defRPr sz="1800" b="1">
                <a:solidFill>
                  <a:srgbClr val="242128"/>
                </a:solidFill>
                <a:latin typeface="Arial"/>
                <a:ea typeface="Arial"/>
                <a:cs typeface="Arial"/>
              </a:defRPr>
            </a:lvl6pPr>
            <a:lvl7pPr algn="l">
              <a:buNone/>
              <a:defRPr sz="1800" b="1">
                <a:solidFill>
                  <a:srgbClr val="242128"/>
                </a:solidFill>
                <a:latin typeface="Arial"/>
                <a:ea typeface="Arial"/>
                <a:cs typeface="Arial"/>
              </a:defRPr>
            </a:lvl7pPr>
            <a:lvl8pPr algn="l">
              <a:buNone/>
              <a:defRPr sz="1800" b="1">
                <a:solidFill>
                  <a:srgbClr val="242128"/>
                </a:solidFill>
                <a:latin typeface="Arial"/>
                <a:ea typeface="Arial"/>
                <a:cs typeface="Arial"/>
              </a:defRPr>
            </a:lvl8pPr>
            <a:lvl9pPr algn="l">
              <a:buNone/>
              <a:defRPr sz="1800" b="1">
                <a:solidFill>
                  <a:srgbClr val="242128"/>
                </a:solidFill>
                <a:latin typeface="Arial"/>
                <a:ea typeface="Arial"/>
                <a:cs typeface="Arial"/>
              </a:defRPr>
            </a:lvl9pPr>
          </a:lstStyle>
          <a:p xmlns:a="http://schemas.openxmlformats.org/drawingml/2006/main">
            <a:pPr algn="l">
              <a:buNone/>
              <a:defRPr sz="1800" b="1">
                <a:solidFill>
                  <a:srgbClr val="242128"/>
                </a:solidFill>
                <a:latin typeface="Arial"/>
                <a:ea typeface="Arial"/>
                <a:cs typeface="Arial"/>
              </a:defRPr>
            </a:pPr>
            <a:r>
              <a:rPr sz="1800" b="1">
                <a:solidFill>
                  <a:srgbClr val="242128"/>
                </a:solidFill>
                <a:latin typeface="Arial"/>
                <a:ea typeface="Arial"/>
                <a:cs typeface="Arial"/>
              </a:rPr>
              <a:t>Ferdosi Hossain</a:t>
            </a:r>
          </a:p>
        </p:txBody>
      </p:sp>
      <p:sp>
        <p:nvSpPr>
          <p:cNvPr id="8" name="">
            <a:extLst xmlns:a="http://schemas.openxmlformats.org/drawingml/2006/main">
              <a:ext uri="{FF2B5EF4-FFF2-40B4-BE49-F238E27FC236}">
                <a16:creationId xmlns:a16="http://schemas.microsoft.com/office/drawing/2014/main" id="{34150831-7667-447C-8153-C8DB95376A65}"/>
              </a:ext>
            </a:extLst>
          </p:cNvPr>
          <p:cNvSpPr>
            <a:spLocks xmlns:a="http://schemas.openxmlformats.org/drawingml/2006/main" noGrp="1"/>
          </p:cNvSpPr>
          <p:nvPr/>
        </p:nvSpPr>
        <p:spPr>
          <a:xfrm xmlns:a="http://schemas.openxmlformats.org/drawingml/2006/main">
            <a:off x="4552950" y="20002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buNone/>
              <a:defRPr sz="1650" b="0">
                <a:solidFill>
                  <a:srgbClr val="242128"/>
                </a:solidFill>
                <a:latin typeface="Arial"/>
                <a:ea typeface="Arial"/>
                <a:cs typeface="Arial"/>
              </a:defRPr>
            </a:lvl1pPr>
            <a:lvl2pPr algn="l">
              <a:buNone/>
              <a:defRPr sz="1650" b="0">
                <a:solidFill>
                  <a:srgbClr val="242128"/>
                </a:solidFill>
                <a:latin typeface="Arial"/>
                <a:ea typeface="Arial"/>
                <a:cs typeface="Arial"/>
              </a:defRPr>
            </a:lvl2pPr>
            <a:lvl3pPr algn="l">
              <a:buNone/>
              <a:defRPr sz="1650" b="0">
                <a:solidFill>
                  <a:srgbClr val="242128"/>
                </a:solidFill>
                <a:latin typeface="Arial"/>
                <a:ea typeface="Arial"/>
                <a:cs typeface="Arial"/>
              </a:defRPr>
            </a:lvl3pPr>
            <a:lvl4pPr algn="l">
              <a:buNone/>
              <a:defRPr sz="1650" b="0">
                <a:solidFill>
                  <a:srgbClr val="242128"/>
                </a:solidFill>
                <a:latin typeface="Arial"/>
                <a:ea typeface="Arial"/>
                <a:cs typeface="Arial"/>
              </a:defRPr>
            </a:lvl4pPr>
            <a:lvl5pPr algn="l">
              <a:buNone/>
              <a:defRPr sz="1650" b="0">
                <a:solidFill>
                  <a:srgbClr val="242128"/>
                </a:solidFill>
                <a:latin typeface="Arial"/>
                <a:ea typeface="Arial"/>
                <a:cs typeface="Arial"/>
              </a:defRPr>
            </a:lvl5pPr>
            <a:lvl6pPr algn="l">
              <a:buNone/>
              <a:defRPr sz="1650" b="0">
                <a:solidFill>
                  <a:srgbClr val="242128"/>
                </a:solidFill>
                <a:latin typeface="Arial"/>
                <a:ea typeface="Arial"/>
                <a:cs typeface="Arial"/>
              </a:defRPr>
            </a:lvl6pPr>
            <a:lvl7pPr algn="l">
              <a:buNone/>
              <a:defRPr sz="1650" b="0">
                <a:solidFill>
                  <a:srgbClr val="242128"/>
                </a:solidFill>
                <a:latin typeface="Arial"/>
                <a:ea typeface="Arial"/>
                <a:cs typeface="Arial"/>
              </a:defRPr>
            </a:lvl7pPr>
            <a:lvl8pPr algn="l">
              <a:buNone/>
              <a:defRPr sz="1650" b="0">
                <a:solidFill>
                  <a:srgbClr val="242128"/>
                </a:solidFill>
                <a:latin typeface="Arial"/>
                <a:ea typeface="Arial"/>
                <a:cs typeface="Arial"/>
              </a:defRPr>
            </a:lvl8pPr>
            <a:lvl9pPr algn="l">
              <a:buNone/>
              <a:defRPr sz="1650" b="0">
                <a:solidFill>
                  <a:srgbClr val="242128"/>
                </a:solidFill>
                <a:latin typeface="Arial"/>
                <a:ea typeface="Arial"/>
                <a:cs typeface="Arial"/>
              </a:defRPr>
            </a:lvl9pPr>
          </a:lstStyle>
          <a:p xmlns:a="http://schemas.openxmlformats.org/drawingml/2006/main">
            <a:pPr algn="l">
              <a:buNone/>
              <a:defRPr sz="1650" b="0">
                <a:solidFill>
                  <a:srgbClr val="242128"/>
                </a:solidFill>
                <a:latin typeface="Arial"/>
                <a:ea typeface="Arial"/>
                <a:cs typeface="Arial"/>
              </a:defRPr>
            </a:pPr>
            <a:r>
              <a:rPr sz="1650" b="0">
                <a:solidFill>
                  <a:srgbClr val="242128"/>
                </a:solidFill>
                <a:latin typeface="Arial"/>
                <a:ea typeface="Arial"/>
                <a:cs typeface="Arial"/>
              </a:rPr>
              <a:t>Search by name or type</a:t>
            </a:r>
          </a:p>
        </p:txBody>
      </p:sp>
      <p:sp>
        <p:nvSpPr>
          <p:cNvPr id="9" name="">
            <a:extLst xmlns:a="http://schemas.openxmlformats.org/drawingml/2006/main">
              <a:ext uri="{FF2B5EF4-FFF2-40B4-BE49-F238E27FC236}">
                <a16:creationId xmlns:a16="http://schemas.microsoft.com/office/drawing/2014/main" id="{8BAFD3BD-1E20-4FDA-A9F2-2BE814106854}"/>
              </a:ext>
            </a:extLst>
          </p:cNvPr>
          <p:cNvSpPr>
            <a:spLocks xmlns:a="http://schemas.openxmlformats.org/drawingml/2006/main" noGrp="1"/>
          </p:cNvSpPr>
          <p:nvPr/>
        </p:nvSpPr>
        <p:spPr>
          <a:xfrm xmlns:a="http://schemas.openxmlformats.org/drawingml/2006/main">
            <a:off x="8953500" y="20383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buNone/>
              <a:defRPr sz="1125" b="0">
                <a:solidFill>
                  <a:srgbClr val="736D78"/>
                </a:solidFill>
                <a:latin typeface="Arial"/>
                <a:ea typeface="Arial"/>
                <a:cs typeface="Arial"/>
              </a:defRPr>
            </a:lvl1pPr>
            <a:lvl2pPr algn="l">
              <a:buNone/>
              <a:defRPr sz="1125" b="0">
                <a:solidFill>
                  <a:srgbClr val="736D78"/>
                </a:solidFill>
                <a:latin typeface="Arial"/>
                <a:ea typeface="Arial"/>
                <a:cs typeface="Arial"/>
              </a:defRPr>
            </a:lvl2pPr>
            <a:lvl3pPr algn="l">
              <a:buNone/>
              <a:defRPr sz="1125" b="0">
                <a:solidFill>
                  <a:srgbClr val="736D78"/>
                </a:solidFill>
                <a:latin typeface="Arial"/>
                <a:ea typeface="Arial"/>
                <a:cs typeface="Arial"/>
              </a:defRPr>
            </a:lvl3pPr>
            <a:lvl4pPr algn="l">
              <a:buNone/>
              <a:defRPr sz="1125" b="0">
                <a:solidFill>
                  <a:srgbClr val="736D78"/>
                </a:solidFill>
                <a:latin typeface="Arial"/>
                <a:ea typeface="Arial"/>
                <a:cs typeface="Arial"/>
              </a:defRPr>
            </a:lvl4pPr>
            <a:lvl5pPr algn="l">
              <a:buNone/>
              <a:defRPr sz="1125" b="0">
                <a:solidFill>
                  <a:srgbClr val="736D78"/>
                </a:solidFill>
                <a:latin typeface="Arial"/>
                <a:ea typeface="Arial"/>
                <a:cs typeface="Arial"/>
              </a:defRPr>
            </a:lvl5pPr>
            <a:lvl6pPr algn="l">
              <a:buNone/>
              <a:defRPr sz="1125" b="0">
                <a:solidFill>
                  <a:srgbClr val="736D78"/>
                </a:solidFill>
                <a:latin typeface="Arial"/>
                <a:ea typeface="Arial"/>
                <a:cs typeface="Arial"/>
              </a:defRPr>
            </a:lvl6pPr>
            <a:lvl7pPr algn="l">
              <a:buNone/>
              <a:defRPr sz="1125" b="0">
                <a:solidFill>
                  <a:srgbClr val="736D78"/>
                </a:solidFill>
                <a:latin typeface="Arial"/>
                <a:ea typeface="Arial"/>
                <a:cs typeface="Arial"/>
              </a:defRPr>
            </a:lvl7pPr>
            <a:lvl8pPr algn="l">
              <a:buNone/>
              <a:defRPr sz="1125" b="0">
                <a:solidFill>
                  <a:srgbClr val="736D78"/>
                </a:solidFill>
                <a:latin typeface="Arial"/>
                <a:ea typeface="Arial"/>
                <a:cs typeface="Arial"/>
              </a:defRPr>
            </a:lvl8pPr>
            <a:lvl9pPr algn="l">
              <a:buNone/>
              <a:defRPr sz="1125" b="0">
                <a:solidFill>
                  <a:srgbClr val="736D78"/>
                </a:solidFill>
                <a:latin typeface="Arial"/>
                <a:ea typeface="Arial"/>
                <a:cs typeface="Arial"/>
              </a:defRPr>
            </a:lvl9pPr>
          </a:lstStyle>
          <a:p xmlns:a="http://schemas.openxmlformats.org/drawingml/2006/main">
            <a:pPr algn="l">
              <a:buNone/>
              <a:defRPr sz="1125" b="0">
                <a:solidFill>
                  <a:srgbClr val="736D78"/>
                </a:solidFill>
                <a:latin typeface="Arial"/>
                <a:ea typeface="Arial"/>
                <a:cs typeface="Arial"/>
              </a:defRPr>
            </a:pPr>
            <a:r>
              <a:rPr sz="1125" b="0">
                <a:solidFill>
                  <a:srgbClr val="736D78"/>
                </a:solidFill>
                <a:latin typeface="Arial"/>
                <a:ea typeface="Arial"/>
                <a:cs typeface="Arial"/>
              </a:rPr>
              <a:t>src/search.ts</a:t>
            </a:r>
          </a:p>
        </p:txBody>
      </p:sp>
      <p:sp>
        <p:nvSpPr>
          <p:cNvPr id="10" name="">
            <a:extLst xmlns:a="http://schemas.openxmlformats.org/drawingml/2006/main">
              <a:ext uri="{FF2B5EF4-FFF2-40B4-BE49-F238E27FC236}">
                <a16:creationId xmlns:a16="http://schemas.microsoft.com/office/drawing/2014/main" id="{7CAE7447-82F1-4FF7-B255-B1546CF2F12D}"/>
              </a:ext>
            </a:extLst>
          </p:cNvPr>
          <p:cNvSpPr>
            <a:spLocks xmlns:a="http://schemas.openxmlformats.org/drawingml/2006/main" noGrp="1"/>
          </p:cNvSpPr>
          <p:nvPr/>
        </p:nvSpPr>
        <p:spPr>
          <a:xfrm xmlns:a="http://schemas.openxmlformats.org/drawingml/2006/main">
            <a:off x="1504950" y="26289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1" name="">
            <a:extLst xmlns:a="http://schemas.openxmlformats.org/drawingml/2006/main">
              <a:ext uri="{FF2B5EF4-FFF2-40B4-BE49-F238E27FC236}">
                <a16:creationId xmlns:a16="http://schemas.microsoft.com/office/drawing/2014/main" id="{8A5F86D5-194E-43D5-84FB-5DD17790DCAF}"/>
              </a:ext>
            </a:extLst>
          </p:cNvPr>
          <p:cNvSpPr>
            <a:spLocks xmlns:a="http://schemas.openxmlformats.org/drawingml/2006/main" noGrp="1"/>
          </p:cNvSpPr>
          <p:nvPr/>
        </p:nvSpPr>
        <p:spPr>
          <a:xfrm xmlns:a="http://schemas.openxmlformats.org/drawingml/2006/main">
            <a:off x="800100" y="29908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buNone/>
              <a:defRPr sz="1500" b="1">
                <a:solidFill>
                  <a:srgbClr val="603C91"/>
                </a:solidFill>
                <a:latin typeface="Arial"/>
                <a:ea typeface="Arial"/>
                <a:cs typeface="Arial"/>
              </a:defRPr>
            </a:lvl1pPr>
            <a:lvl2pPr algn="l">
              <a:buNone/>
              <a:defRPr sz="1500" b="1">
                <a:solidFill>
                  <a:srgbClr val="603C91"/>
                </a:solidFill>
                <a:latin typeface="Arial"/>
                <a:ea typeface="Arial"/>
                <a:cs typeface="Arial"/>
              </a:defRPr>
            </a:lvl2pPr>
            <a:lvl3pPr algn="l">
              <a:buNone/>
              <a:defRPr sz="1500" b="1">
                <a:solidFill>
                  <a:srgbClr val="603C91"/>
                </a:solidFill>
                <a:latin typeface="Arial"/>
                <a:ea typeface="Arial"/>
                <a:cs typeface="Arial"/>
              </a:defRPr>
            </a:lvl3pPr>
            <a:lvl4pPr algn="l">
              <a:buNone/>
              <a:defRPr sz="1500" b="1">
                <a:solidFill>
                  <a:srgbClr val="603C91"/>
                </a:solidFill>
                <a:latin typeface="Arial"/>
                <a:ea typeface="Arial"/>
                <a:cs typeface="Arial"/>
              </a:defRPr>
            </a:lvl4pPr>
            <a:lvl5pPr algn="l">
              <a:buNone/>
              <a:defRPr sz="1500" b="1">
                <a:solidFill>
                  <a:srgbClr val="603C91"/>
                </a:solidFill>
                <a:latin typeface="Arial"/>
                <a:ea typeface="Arial"/>
                <a:cs typeface="Arial"/>
              </a:defRPr>
            </a:lvl5pPr>
            <a:lvl6pPr algn="l">
              <a:buNone/>
              <a:defRPr sz="1500" b="1">
                <a:solidFill>
                  <a:srgbClr val="603C91"/>
                </a:solidFill>
                <a:latin typeface="Arial"/>
                <a:ea typeface="Arial"/>
                <a:cs typeface="Arial"/>
              </a:defRPr>
            </a:lvl6pPr>
            <a:lvl7pPr algn="l">
              <a:buNone/>
              <a:defRPr sz="1500" b="1">
                <a:solidFill>
                  <a:srgbClr val="603C91"/>
                </a:solidFill>
                <a:latin typeface="Arial"/>
                <a:ea typeface="Arial"/>
                <a:cs typeface="Arial"/>
              </a:defRPr>
            </a:lvl7pPr>
            <a:lvl8pPr algn="l">
              <a:buNone/>
              <a:defRPr sz="1500" b="1">
                <a:solidFill>
                  <a:srgbClr val="603C91"/>
                </a:solidFill>
                <a:latin typeface="Arial"/>
                <a:ea typeface="Arial"/>
                <a:cs typeface="Arial"/>
              </a:defRPr>
            </a:lvl8pPr>
            <a:lvl9pPr algn="l">
              <a:buNone/>
              <a:defRPr sz="1500" b="1">
                <a:solidFill>
                  <a:srgbClr val="603C91"/>
                </a:solidFill>
                <a:latin typeface="Arial"/>
                <a:ea typeface="Arial"/>
                <a:cs typeface="Arial"/>
              </a:defRPr>
            </a:lvl9pPr>
          </a:lstStyle>
          <a:p xmlns:a="http://schemas.openxmlformats.org/drawingml/2006/main">
            <a:pPr algn="l">
              <a:buNone/>
              <a:defRPr sz="1500" b="1">
                <a:solidFill>
                  <a:srgbClr val="603C91"/>
                </a:solidFill>
                <a:latin typeface="Arial"/>
                <a:ea typeface="Arial"/>
                <a:cs typeface="Arial"/>
              </a:defRPr>
            </a:pPr>
            <a:r>
              <a:rPr sz="1500" b="1">
                <a:solidFill>
                  <a:srgbClr val="603C9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DF3C0EF-C0CF-4C37-BFE4-37D69F15863E}"/>
              </a:ext>
            </a:extLst>
          </p:cNvPr>
          <p:cNvSpPr>
            <a:spLocks xmlns:a="http://schemas.openxmlformats.org/drawingml/2006/main" noGrp="1"/>
          </p:cNvSpPr>
          <p:nvPr/>
        </p:nvSpPr>
        <p:spPr>
          <a:xfrm xmlns:a="http://schemas.openxmlformats.org/drawingml/2006/main">
            <a:off x="1504950" y="29908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buNone/>
              <a:defRPr sz="1800" b="1">
                <a:solidFill>
                  <a:srgbClr val="242128"/>
                </a:solidFill>
                <a:latin typeface="Arial"/>
                <a:ea typeface="Arial"/>
                <a:cs typeface="Arial"/>
              </a:defRPr>
            </a:lvl1pPr>
            <a:lvl2pPr algn="l">
              <a:buNone/>
              <a:defRPr sz="1800" b="1">
                <a:solidFill>
                  <a:srgbClr val="242128"/>
                </a:solidFill>
                <a:latin typeface="Arial"/>
                <a:ea typeface="Arial"/>
                <a:cs typeface="Arial"/>
              </a:defRPr>
            </a:lvl2pPr>
            <a:lvl3pPr algn="l">
              <a:buNone/>
              <a:defRPr sz="1800" b="1">
                <a:solidFill>
                  <a:srgbClr val="242128"/>
                </a:solidFill>
                <a:latin typeface="Arial"/>
                <a:ea typeface="Arial"/>
                <a:cs typeface="Arial"/>
              </a:defRPr>
            </a:lvl3pPr>
            <a:lvl4pPr algn="l">
              <a:buNone/>
              <a:defRPr sz="1800" b="1">
                <a:solidFill>
                  <a:srgbClr val="242128"/>
                </a:solidFill>
                <a:latin typeface="Arial"/>
                <a:ea typeface="Arial"/>
                <a:cs typeface="Arial"/>
              </a:defRPr>
            </a:lvl4pPr>
            <a:lvl5pPr algn="l">
              <a:buNone/>
              <a:defRPr sz="1800" b="1">
                <a:solidFill>
                  <a:srgbClr val="242128"/>
                </a:solidFill>
                <a:latin typeface="Arial"/>
                <a:ea typeface="Arial"/>
                <a:cs typeface="Arial"/>
              </a:defRPr>
            </a:lvl5pPr>
            <a:lvl6pPr algn="l">
              <a:buNone/>
              <a:defRPr sz="1800" b="1">
                <a:solidFill>
                  <a:srgbClr val="242128"/>
                </a:solidFill>
                <a:latin typeface="Arial"/>
                <a:ea typeface="Arial"/>
                <a:cs typeface="Arial"/>
              </a:defRPr>
            </a:lvl6pPr>
            <a:lvl7pPr algn="l">
              <a:buNone/>
              <a:defRPr sz="1800" b="1">
                <a:solidFill>
                  <a:srgbClr val="242128"/>
                </a:solidFill>
                <a:latin typeface="Arial"/>
                <a:ea typeface="Arial"/>
                <a:cs typeface="Arial"/>
              </a:defRPr>
            </a:lvl7pPr>
            <a:lvl8pPr algn="l">
              <a:buNone/>
              <a:defRPr sz="1800" b="1">
                <a:solidFill>
                  <a:srgbClr val="242128"/>
                </a:solidFill>
                <a:latin typeface="Arial"/>
                <a:ea typeface="Arial"/>
                <a:cs typeface="Arial"/>
              </a:defRPr>
            </a:lvl8pPr>
            <a:lvl9pPr algn="l">
              <a:buNone/>
              <a:defRPr sz="1800" b="1">
                <a:solidFill>
                  <a:srgbClr val="242128"/>
                </a:solidFill>
                <a:latin typeface="Arial"/>
                <a:ea typeface="Arial"/>
                <a:cs typeface="Arial"/>
              </a:defRPr>
            </a:lvl9pPr>
          </a:lstStyle>
          <a:p xmlns:a="http://schemas.openxmlformats.org/drawingml/2006/main">
            <a:pPr algn="l">
              <a:buNone/>
              <a:defRPr sz="1800" b="1">
                <a:solidFill>
                  <a:srgbClr val="242128"/>
                </a:solidFill>
                <a:latin typeface="Arial"/>
                <a:ea typeface="Arial"/>
                <a:cs typeface="Arial"/>
              </a:defRPr>
            </a:pPr>
            <a:r>
              <a:rPr sz="1800" b="1">
                <a:solidFill>
                  <a:srgbClr val="242128"/>
                </a:solidFill>
                <a:latin typeface="Arial"/>
                <a:ea typeface="Arial"/>
                <a:cs typeface="Arial"/>
              </a:rPr>
              <a:t>Kazi Mehzabin</a:t>
            </a:r>
          </a:p>
        </p:txBody>
      </p:sp>
      <p:sp>
        <p:nvSpPr>
          <p:cNvPr id="13" name="">
            <a:extLst xmlns:a="http://schemas.openxmlformats.org/drawingml/2006/main">
              <a:ext uri="{FF2B5EF4-FFF2-40B4-BE49-F238E27FC236}">
                <a16:creationId xmlns:a16="http://schemas.microsoft.com/office/drawing/2014/main" id="{F16813D8-81BD-4507-9D66-C86C71FD36A2}"/>
              </a:ext>
            </a:extLst>
          </p:cNvPr>
          <p:cNvSpPr>
            <a:spLocks xmlns:a="http://schemas.openxmlformats.org/drawingml/2006/main" noGrp="1"/>
          </p:cNvSpPr>
          <p:nvPr/>
        </p:nvSpPr>
        <p:spPr>
          <a:xfrm xmlns:a="http://schemas.openxmlformats.org/drawingml/2006/main">
            <a:off x="4552950" y="29908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buNone/>
              <a:defRPr sz="1650" b="0">
                <a:solidFill>
                  <a:srgbClr val="242128"/>
                </a:solidFill>
                <a:latin typeface="Arial"/>
                <a:ea typeface="Arial"/>
                <a:cs typeface="Arial"/>
              </a:defRPr>
            </a:lvl1pPr>
            <a:lvl2pPr algn="l">
              <a:buNone/>
              <a:defRPr sz="1650" b="0">
                <a:solidFill>
                  <a:srgbClr val="242128"/>
                </a:solidFill>
                <a:latin typeface="Arial"/>
                <a:ea typeface="Arial"/>
                <a:cs typeface="Arial"/>
              </a:defRPr>
            </a:lvl2pPr>
            <a:lvl3pPr algn="l">
              <a:buNone/>
              <a:defRPr sz="1650" b="0">
                <a:solidFill>
                  <a:srgbClr val="242128"/>
                </a:solidFill>
                <a:latin typeface="Arial"/>
                <a:ea typeface="Arial"/>
                <a:cs typeface="Arial"/>
              </a:defRPr>
            </a:lvl3pPr>
            <a:lvl4pPr algn="l">
              <a:buNone/>
              <a:defRPr sz="1650" b="0">
                <a:solidFill>
                  <a:srgbClr val="242128"/>
                </a:solidFill>
                <a:latin typeface="Arial"/>
                <a:ea typeface="Arial"/>
                <a:cs typeface="Arial"/>
              </a:defRPr>
            </a:lvl4pPr>
            <a:lvl5pPr algn="l">
              <a:buNone/>
              <a:defRPr sz="1650" b="0">
                <a:solidFill>
                  <a:srgbClr val="242128"/>
                </a:solidFill>
                <a:latin typeface="Arial"/>
                <a:ea typeface="Arial"/>
                <a:cs typeface="Arial"/>
              </a:defRPr>
            </a:lvl5pPr>
            <a:lvl6pPr algn="l">
              <a:buNone/>
              <a:defRPr sz="1650" b="0">
                <a:solidFill>
                  <a:srgbClr val="242128"/>
                </a:solidFill>
                <a:latin typeface="Arial"/>
                <a:ea typeface="Arial"/>
                <a:cs typeface="Arial"/>
              </a:defRPr>
            </a:lvl6pPr>
            <a:lvl7pPr algn="l">
              <a:buNone/>
              <a:defRPr sz="1650" b="0">
                <a:solidFill>
                  <a:srgbClr val="242128"/>
                </a:solidFill>
                <a:latin typeface="Arial"/>
                <a:ea typeface="Arial"/>
                <a:cs typeface="Arial"/>
              </a:defRPr>
            </a:lvl7pPr>
            <a:lvl8pPr algn="l">
              <a:buNone/>
              <a:defRPr sz="1650" b="0">
                <a:solidFill>
                  <a:srgbClr val="242128"/>
                </a:solidFill>
                <a:latin typeface="Arial"/>
                <a:ea typeface="Arial"/>
                <a:cs typeface="Arial"/>
              </a:defRPr>
            </a:lvl8pPr>
            <a:lvl9pPr algn="l">
              <a:buNone/>
              <a:defRPr sz="1650" b="0">
                <a:solidFill>
                  <a:srgbClr val="242128"/>
                </a:solidFill>
                <a:latin typeface="Arial"/>
                <a:ea typeface="Arial"/>
                <a:cs typeface="Arial"/>
              </a:defRPr>
            </a:lvl9pPr>
          </a:lstStyle>
          <a:p xmlns:a="http://schemas.openxmlformats.org/drawingml/2006/main">
            <a:pPr algn="l">
              <a:buNone/>
              <a:defRPr sz="1650" b="0">
                <a:solidFill>
                  <a:srgbClr val="242128"/>
                </a:solidFill>
                <a:latin typeface="Arial"/>
                <a:ea typeface="Arial"/>
                <a:cs typeface="Arial"/>
              </a:defRPr>
            </a:pPr>
            <a:r>
              <a:rPr sz="1650" b="0">
                <a:solidFill>
                  <a:srgbClr val="242128"/>
                </a:solidFill>
                <a:latin typeface="Arial"/>
                <a:ea typeface="Arial"/>
                <a:cs typeface="Arial"/>
              </a:rPr>
              <a:t>Hours and open-now status</a:t>
            </a:r>
          </a:p>
        </p:txBody>
      </p:sp>
      <p:sp>
        <p:nvSpPr>
          <p:cNvPr id="14" name="">
            <a:extLst xmlns:a="http://schemas.openxmlformats.org/drawingml/2006/main">
              <a:ext uri="{FF2B5EF4-FFF2-40B4-BE49-F238E27FC236}">
                <a16:creationId xmlns:a16="http://schemas.microsoft.com/office/drawing/2014/main" id="{AD7934D4-9638-4187-81AF-A80572AF99D6}"/>
              </a:ext>
            </a:extLst>
          </p:cNvPr>
          <p:cNvSpPr>
            <a:spLocks xmlns:a="http://schemas.openxmlformats.org/drawingml/2006/main" noGrp="1"/>
          </p:cNvSpPr>
          <p:nvPr/>
        </p:nvSpPr>
        <p:spPr>
          <a:xfrm xmlns:a="http://schemas.openxmlformats.org/drawingml/2006/main">
            <a:off x="8953500" y="30289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buNone/>
              <a:defRPr sz="1125" b="0">
                <a:solidFill>
                  <a:srgbClr val="736D78"/>
                </a:solidFill>
                <a:latin typeface="Arial"/>
                <a:ea typeface="Arial"/>
                <a:cs typeface="Arial"/>
              </a:defRPr>
            </a:lvl1pPr>
            <a:lvl2pPr algn="l">
              <a:buNone/>
              <a:defRPr sz="1125" b="0">
                <a:solidFill>
                  <a:srgbClr val="736D78"/>
                </a:solidFill>
                <a:latin typeface="Arial"/>
                <a:ea typeface="Arial"/>
                <a:cs typeface="Arial"/>
              </a:defRPr>
            </a:lvl2pPr>
            <a:lvl3pPr algn="l">
              <a:buNone/>
              <a:defRPr sz="1125" b="0">
                <a:solidFill>
                  <a:srgbClr val="736D78"/>
                </a:solidFill>
                <a:latin typeface="Arial"/>
                <a:ea typeface="Arial"/>
                <a:cs typeface="Arial"/>
              </a:defRPr>
            </a:lvl3pPr>
            <a:lvl4pPr algn="l">
              <a:buNone/>
              <a:defRPr sz="1125" b="0">
                <a:solidFill>
                  <a:srgbClr val="736D78"/>
                </a:solidFill>
                <a:latin typeface="Arial"/>
                <a:ea typeface="Arial"/>
                <a:cs typeface="Arial"/>
              </a:defRPr>
            </a:lvl4pPr>
            <a:lvl5pPr algn="l">
              <a:buNone/>
              <a:defRPr sz="1125" b="0">
                <a:solidFill>
                  <a:srgbClr val="736D78"/>
                </a:solidFill>
                <a:latin typeface="Arial"/>
                <a:ea typeface="Arial"/>
                <a:cs typeface="Arial"/>
              </a:defRPr>
            </a:lvl5pPr>
            <a:lvl6pPr algn="l">
              <a:buNone/>
              <a:defRPr sz="1125" b="0">
                <a:solidFill>
                  <a:srgbClr val="736D78"/>
                </a:solidFill>
                <a:latin typeface="Arial"/>
                <a:ea typeface="Arial"/>
                <a:cs typeface="Arial"/>
              </a:defRPr>
            </a:lvl6pPr>
            <a:lvl7pPr algn="l">
              <a:buNone/>
              <a:defRPr sz="1125" b="0">
                <a:solidFill>
                  <a:srgbClr val="736D78"/>
                </a:solidFill>
                <a:latin typeface="Arial"/>
                <a:ea typeface="Arial"/>
                <a:cs typeface="Arial"/>
              </a:defRPr>
            </a:lvl7pPr>
            <a:lvl8pPr algn="l">
              <a:buNone/>
              <a:defRPr sz="1125" b="0">
                <a:solidFill>
                  <a:srgbClr val="736D78"/>
                </a:solidFill>
                <a:latin typeface="Arial"/>
                <a:ea typeface="Arial"/>
                <a:cs typeface="Arial"/>
              </a:defRPr>
            </a:lvl8pPr>
            <a:lvl9pPr algn="l">
              <a:buNone/>
              <a:defRPr sz="1125" b="0">
                <a:solidFill>
                  <a:srgbClr val="736D78"/>
                </a:solidFill>
                <a:latin typeface="Arial"/>
                <a:ea typeface="Arial"/>
                <a:cs typeface="Arial"/>
              </a:defRPr>
            </a:lvl9pPr>
          </a:lstStyle>
          <a:p xmlns:a="http://schemas.openxmlformats.org/drawingml/2006/main">
            <a:pPr algn="l">
              <a:buNone/>
              <a:defRPr sz="1125" b="0">
                <a:solidFill>
                  <a:srgbClr val="736D78"/>
                </a:solidFill>
                <a:latin typeface="Arial"/>
                <a:ea typeface="Arial"/>
                <a:cs typeface="Arial"/>
              </a:defRPr>
            </a:pPr>
            <a:r>
              <a:rPr sz="1125" b="0">
                <a:solidFill>
                  <a:srgbClr val="736D78"/>
                </a:solidFill>
                <a:latin typeface="Arial"/>
                <a:ea typeface="Arial"/>
                <a:cs typeface="Arial"/>
              </a:rPr>
              <a:t>src/hours.ts</a:t>
            </a:r>
          </a:p>
        </p:txBody>
      </p:sp>
      <p:sp>
        <p:nvSpPr>
          <p:cNvPr id="15" name="">
            <a:extLst xmlns:a="http://schemas.openxmlformats.org/drawingml/2006/main">
              <a:ext uri="{FF2B5EF4-FFF2-40B4-BE49-F238E27FC236}">
                <a16:creationId xmlns:a16="http://schemas.microsoft.com/office/drawing/2014/main" id="{63EF1D49-6CE0-4B64-8709-5BF521837BE4}"/>
              </a:ext>
            </a:extLst>
          </p:cNvPr>
          <p:cNvSpPr>
            <a:spLocks xmlns:a="http://schemas.openxmlformats.org/drawingml/2006/main" noGrp="1"/>
          </p:cNvSpPr>
          <p:nvPr/>
        </p:nvSpPr>
        <p:spPr>
          <a:xfrm xmlns:a="http://schemas.openxmlformats.org/drawingml/2006/main">
            <a:off x="1504950" y="36195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6" name="">
            <a:extLst xmlns:a="http://schemas.openxmlformats.org/drawingml/2006/main">
              <a:ext uri="{FF2B5EF4-FFF2-40B4-BE49-F238E27FC236}">
                <a16:creationId xmlns:a16="http://schemas.microsoft.com/office/drawing/2014/main" id="{AB70C6BD-122D-4601-A368-3D2ED06C4178}"/>
              </a:ext>
            </a:extLst>
          </p:cNvPr>
          <p:cNvSpPr>
            <a:spLocks xmlns:a="http://schemas.openxmlformats.org/drawingml/2006/main" noGrp="1"/>
          </p:cNvSpPr>
          <p:nvPr/>
        </p:nvSpPr>
        <p:spPr>
          <a:xfrm xmlns:a="http://schemas.openxmlformats.org/drawingml/2006/main">
            <a:off x="800100" y="39814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buNone/>
              <a:defRPr sz="1500" b="1">
                <a:solidFill>
                  <a:srgbClr val="603C91"/>
                </a:solidFill>
                <a:latin typeface="Arial"/>
                <a:ea typeface="Arial"/>
                <a:cs typeface="Arial"/>
              </a:defRPr>
            </a:lvl1pPr>
            <a:lvl2pPr algn="l">
              <a:buNone/>
              <a:defRPr sz="1500" b="1">
                <a:solidFill>
                  <a:srgbClr val="603C91"/>
                </a:solidFill>
                <a:latin typeface="Arial"/>
                <a:ea typeface="Arial"/>
                <a:cs typeface="Arial"/>
              </a:defRPr>
            </a:lvl2pPr>
            <a:lvl3pPr algn="l">
              <a:buNone/>
              <a:defRPr sz="1500" b="1">
                <a:solidFill>
                  <a:srgbClr val="603C91"/>
                </a:solidFill>
                <a:latin typeface="Arial"/>
                <a:ea typeface="Arial"/>
                <a:cs typeface="Arial"/>
              </a:defRPr>
            </a:lvl3pPr>
            <a:lvl4pPr algn="l">
              <a:buNone/>
              <a:defRPr sz="1500" b="1">
                <a:solidFill>
                  <a:srgbClr val="603C91"/>
                </a:solidFill>
                <a:latin typeface="Arial"/>
                <a:ea typeface="Arial"/>
                <a:cs typeface="Arial"/>
              </a:defRPr>
            </a:lvl4pPr>
            <a:lvl5pPr algn="l">
              <a:buNone/>
              <a:defRPr sz="1500" b="1">
                <a:solidFill>
                  <a:srgbClr val="603C91"/>
                </a:solidFill>
                <a:latin typeface="Arial"/>
                <a:ea typeface="Arial"/>
                <a:cs typeface="Arial"/>
              </a:defRPr>
            </a:lvl5pPr>
            <a:lvl6pPr algn="l">
              <a:buNone/>
              <a:defRPr sz="1500" b="1">
                <a:solidFill>
                  <a:srgbClr val="603C91"/>
                </a:solidFill>
                <a:latin typeface="Arial"/>
                <a:ea typeface="Arial"/>
                <a:cs typeface="Arial"/>
              </a:defRPr>
            </a:lvl6pPr>
            <a:lvl7pPr algn="l">
              <a:buNone/>
              <a:defRPr sz="1500" b="1">
                <a:solidFill>
                  <a:srgbClr val="603C91"/>
                </a:solidFill>
                <a:latin typeface="Arial"/>
                <a:ea typeface="Arial"/>
                <a:cs typeface="Arial"/>
              </a:defRPr>
            </a:lvl7pPr>
            <a:lvl8pPr algn="l">
              <a:buNone/>
              <a:defRPr sz="1500" b="1">
                <a:solidFill>
                  <a:srgbClr val="603C91"/>
                </a:solidFill>
                <a:latin typeface="Arial"/>
                <a:ea typeface="Arial"/>
                <a:cs typeface="Arial"/>
              </a:defRPr>
            </a:lvl8pPr>
            <a:lvl9pPr algn="l">
              <a:buNone/>
              <a:defRPr sz="1500" b="1">
                <a:solidFill>
                  <a:srgbClr val="603C91"/>
                </a:solidFill>
                <a:latin typeface="Arial"/>
                <a:ea typeface="Arial"/>
                <a:cs typeface="Arial"/>
              </a:defRPr>
            </a:lvl9pPr>
          </a:lstStyle>
          <a:p xmlns:a="http://schemas.openxmlformats.org/drawingml/2006/main">
            <a:pPr algn="l">
              <a:buNone/>
              <a:defRPr sz="1500" b="1">
                <a:solidFill>
                  <a:srgbClr val="603C91"/>
                </a:solidFill>
                <a:latin typeface="Arial"/>
                <a:ea typeface="Arial"/>
                <a:cs typeface="Arial"/>
              </a:defRPr>
            </a:pPr>
            <a:r>
              <a:rPr sz="1500" b="1">
                <a:solidFill>
                  <a:srgbClr val="603C9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9D05BFD-2468-4B4C-B2DE-3F8EB95AE8BC}"/>
              </a:ext>
            </a:extLst>
          </p:cNvPr>
          <p:cNvSpPr>
            <a:spLocks xmlns:a="http://schemas.openxmlformats.org/drawingml/2006/main" noGrp="1"/>
          </p:cNvSpPr>
          <p:nvPr/>
        </p:nvSpPr>
        <p:spPr>
          <a:xfrm xmlns:a="http://schemas.openxmlformats.org/drawingml/2006/main">
            <a:off x="1504950" y="39814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buNone/>
              <a:defRPr sz="1800" b="1">
                <a:solidFill>
                  <a:srgbClr val="242128"/>
                </a:solidFill>
                <a:latin typeface="Arial"/>
                <a:ea typeface="Arial"/>
                <a:cs typeface="Arial"/>
              </a:defRPr>
            </a:lvl1pPr>
            <a:lvl2pPr algn="l">
              <a:buNone/>
              <a:defRPr sz="1800" b="1">
                <a:solidFill>
                  <a:srgbClr val="242128"/>
                </a:solidFill>
                <a:latin typeface="Arial"/>
                <a:ea typeface="Arial"/>
                <a:cs typeface="Arial"/>
              </a:defRPr>
            </a:lvl2pPr>
            <a:lvl3pPr algn="l">
              <a:buNone/>
              <a:defRPr sz="1800" b="1">
                <a:solidFill>
                  <a:srgbClr val="242128"/>
                </a:solidFill>
                <a:latin typeface="Arial"/>
                <a:ea typeface="Arial"/>
                <a:cs typeface="Arial"/>
              </a:defRPr>
            </a:lvl3pPr>
            <a:lvl4pPr algn="l">
              <a:buNone/>
              <a:defRPr sz="1800" b="1">
                <a:solidFill>
                  <a:srgbClr val="242128"/>
                </a:solidFill>
                <a:latin typeface="Arial"/>
                <a:ea typeface="Arial"/>
                <a:cs typeface="Arial"/>
              </a:defRPr>
            </a:lvl4pPr>
            <a:lvl5pPr algn="l">
              <a:buNone/>
              <a:defRPr sz="1800" b="1">
                <a:solidFill>
                  <a:srgbClr val="242128"/>
                </a:solidFill>
                <a:latin typeface="Arial"/>
                <a:ea typeface="Arial"/>
                <a:cs typeface="Arial"/>
              </a:defRPr>
            </a:lvl5pPr>
            <a:lvl6pPr algn="l">
              <a:buNone/>
              <a:defRPr sz="1800" b="1">
                <a:solidFill>
                  <a:srgbClr val="242128"/>
                </a:solidFill>
                <a:latin typeface="Arial"/>
                <a:ea typeface="Arial"/>
                <a:cs typeface="Arial"/>
              </a:defRPr>
            </a:lvl6pPr>
            <a:lvl7pPr algn="l">
              <a:buNone/>
              <a:defRPr sz="1800" b="1">
                <a:solidFill>
                  <a:srgbClr val="242128"/>
                </a:solidFill>
                <a:latin typeface="Arial"/>
                <a:ea typeface="Arial"/>
                <a:cs typeface="Arial"/>
              </a:defRPr>
            </a:lvl7pPr>
            <a:lvl8pPr algn="l">
              <a:buNone/>
              <a:defRPr sz="1800" b="1">
                <a:solidFill>
                  <a:srgbClr val="242128"/>
                </a:solidFill>
                <a:latin typeface="Arial"/>
                <a:ea typeface="Arial"/>
                <a:cs typeface="Arial"/>
              </a:defRPr>
            </a:lvl8pPr>
            <a:lvl9pPr algn="l">
              <a:buNone/>
              <a:defRPr sz="1800" b="1">
                <a:solidFill>
                  <a:srgbClr val="242128"/>
                </a:solidFill>
                <a:latin typeface="Arial"/>
                <a:ea typeface="Arial"/>
                <a:cs typeface="Arial"/>
              </a:defRPr>
            </a:lvl9pPr>
          </a:lstStyle>
          <a:p xmlns:a="http://schemas.openxmlformats.org/drawingml/2006/main">
            <a:pPr algn="l">
              <a:buNone/>
              <a:defRPr sz="1800" b="1">
                <a:solidFill>
                  <a:srgbClr val="242128"/>
                </a:solidFill>
                <a:latin typeface="Arial"/>
                <a:ea typeface="Arial"/>
                <a:cs typeface="Arial"/>
              </a:defRPr>
            </a:pPr>
            <a:r>
              <a:rPr sz="1800" b="1">
                <a:solidFill>
                  <a:srgbClr val="242128"/>
                </a:solidFill>
                <a:latin typeface="Arial"/>
                <a:ea typeface="Arial"/>
                <a:cs typeface="Arial"/>
              </a:rPr>
              <a:t>Aung Latt</a:t>
            </a:r>
          </a:p>
        </p:txBody>
      </p:sp>
      <p:sp>
        <p:nvSpPr>
          <p:cNvPr id="18" name="">
            <a:extLst xmlns:a="http://schemas.openxmlformats.org/drawingml/2006/main">
              <a:ext uri="{FF2B5EF4-FFF2-40B4-BE49-F238E27FC236}">
                <a16:creationId xmlns:a16="http://schemas.microsoft.com/office/drawing/2014/main" id="{9C2DB4C5-7096-48F7-B183-2B1EFCDC8FC3}"/>
              </a:ext>
            </a:extLst>
          </p:cNvPr>
          <p:cNvSpPr>
            <a:spLocks xmlns:a="http://schemas.openxmlformats.org/drawingml/2006/main" noGrp="1"/>
          </p:cNvSpPr>
          <p:nvPr/>
        </p:nvSpPr>
        <p:spPr>
          <a:xfrm xmlns:a="http://schemas.openxmlformats.org/drawingml/2006/main">
            <a:off x="4552950" y="39814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buNone/>
              <a:defRPr sz="1650" b="0">
                <a:solidFill>
                  <a:srgbClr val="242128"/>
                </a:solidFill>
                <a:latin typeface="Arial"/>
                <a:ea typeface="Arial"/>
                <a:cs typeface="Arial"/>
              </a:defRPr>
            </a:lvl1pPr>
            <a:lvl2pPr algn="l">
              <a:buNone/>
              <a:defRPr sz="1650" b="0">
                <a:solidFill>
                  <a:srgbClr val="242128"/>
                </a:solidFill>
                <a:latin typeface="Arial"/>
                <a:ea typeface="Arial"/>
                <a:cs typeface="Arial"/>
              </a:defRPr>
            </a:lvl2pPr>
            <a:lvl3pPr algn="l">
              <a:buNone/>
              <a:defRPr sz="1650" b="0">
                <a:solidFill>
                  <a:srgbClr val="242128"/>
                </a:solidFill>
                <a:latin typeface="Arial"/>
                <a:ea typeface="Arial"/>
                <a:cs typeface="Arial"/>
              </a:defRPr>
            </a:lvl3pPr>
            <a:lvl4pPr algn="l">
              <a:buNone/>
              <a:defRPr sz="1650" b="0">
                <a:solidFill>
                  <a:srgbClr val="242128"/>
                </a:solidFill>
                <a:latin typeface="Arial"/>
                <a:ea typeface="Arial"/>
                <a:cs typeface="Arial"/>
              </a:defRPr>
            </a:lvl4pPr>
            <a:lvl5pPr algn="l">
              <a:buNone/>
              <a:defRPr sz="1650" b="0">
                <a:solidFill>
                  <a:srgbClr val="242128"/>
                </a:solidFill>
                <a:latin typeface="Arial"/>
                <a:ea typeface="Arial"/>
                <a:cs typeface="Arial"/>
              </a:defRPr>
            </a:lvl5pPr>
            <a:lvl6pPr algn="l">
              <a:buNone/>
              <a:defRPr sz="1650" b="0">
                <a:solidFill>
                  <a:srgbClr val="242128"/>
                </a:solidFill>
                <a:latin typeface="Arial"/>
                <a:ea typeface="Arial"/>
                <a:cs typeface="Arial"/>
              </a:defRPr>
            </a:lvl6pPr>
            <a:lvl7pPr algn="l">
              <a:buNone/>
              <a:defRPr sz="1650" b="0">
                <a:solidFill>
                  <a:srgbClr val="242128"/>
                </a:solidFill>
                <a:latin typeface="Arial"/>
                <a:ea typeface="Arial"/>
                <a:cs typeface="Arial"/>
              </a:defRPr>
            </a:lvl7pPr>
            <a:lvl8pPr algn="l">
              <a:buNone/>
              <a:defRPr sz="1650" b="0">
                <a:solidFill>
                  <a:srgbClr val="242128"/>
                </a:solidFill>
                <a:latin typeface="Arial"/>
                <a:ea typeface="Arial"/>
                <a:cs typeface="Arial"/>
              </a:defRPr>
            </a:lvl8pPr>
            <a:lvl9pPr algn="l">
              <a:buNone/>
              <a:defRPr sz="1650" b="0">
                <a:solidFill>
                  <a:srgbClr val="242128"/>
                </a:solidFill>
                <a:latin typeface="Arial"/>
                <a:ea typeface="Arial"/>
                <a:cs typeface="Arial"/>
              </a:defRPr>
            </a:lvl9pPr>
          </a:lstStyle>
          <a:p xmlns:a="http://schemas.openxmlformats.org/drawingml/2006/main">
            <a:pPr algn="l">
              <a:buNone/>
              <a:defRPr sz="1650" b="0">
                <a:solidFill>
                  <a:srgbClr val="242128"/>
                </a:solidFill>
                <a:latin typeface="Arial"/>
                <a:ea typeface="Arial"/>
                <a:cs typeface="Arial"/>
              </a:defRPr>
            </a:pPr>
            <a:r>
              <a:rPr sz="1650" b="0">
                <a:solidFill>
                  <a:srgbClr val="242128"/>
                </a:solidFill>
                <a:latin typeface="Arial"/>
                <a:ea typeface="Arial"/>
                <a:cs typeface="Arial"/>
              </a:rPr>
              <a:t>Report outdated information</a:t>
            </a:r>
          </a:p>
        </p:txBody>
      </p:sp>
      <p:sp>
        <p:nvSpPr>
          <p:cNvPr id="19" name="">
            <a:extLst xmlns:a="http://schemas.openxmlformats.org/drawingml/2006/main">
              <a:ext uri="{FF2B5EF4-FFF2-40B4-BE49-F238E27FC236}">
                <a16:creationId xmlns:a16="http://schemas.microsoft.com/office/drawing/2014/main" id="{1DF751AA-EBC9-497F-A043-4F8F03443504}"/>
              </a:ext>
            </a:extLst>
          </p:cNvPr>
          <p:cNvSpPr>
            <a:spLocks xmlns:a="http://schemas.openxmlformats.org/drawingml/2006/main" noGrp="1"/>
          </p:cNvSpPr>
          <p:nvPr/>
        </p:nvSpPr>
        <p:spPr>
          <a:xfrm xmlns:a="http://schemas.openxmlformats.org/drawingml/2006/main">
            <a:off x="8953500" y="40195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buNone/>
              <a:defRPr sz="1125" b="0">
                <a:solidFill>
                  <a:srgbClr val="736D78"/>
                </a:solidFill>
                <a:latin typeface="Arial"/>
                <a:ea typeface="Arial"/>
                <a:cs typeface="Arial"/>
              </a:defRPr>
            </a:lvl1pPr>
            <a:lvl2pPr algn="l">
              <a:buNone/>
              <a:defRPr sz="1125" b="0">
                <a:solidFill>
                  <a:srgbClr val="736D78"/>
                </a:solidFill>
                <a:latin typeface="Arial"/>
                <a:ea typeface="Arial"/>
                <a:cs typeface="Arial"/>
              </a:defRPr>
            </a:lvl2pPr>
            <a:lvl3pPr algn="l">
              <a:buNone/>
              <a:defRPr sz="1125" b="0">
                <a:solidFill>
                  <a:srgbClr val="736D78"/>
                </a:solidFill>
                <a:latin typeface="Arial"/>
                <a:ea typeface="Arial"/>
                <a:cs typeface="Arial"/>
              </a:defRPr>
            </a:lvl3pPr>
            <a:lvl4pPr algn="l">
              <a:buNone/>
              <a:defRPr sz="1125" b="0">
                <a:solidFill>
                  <a:srgbClr val="736D78"/>
                </a:solidFill>
                <a:latin typeface="Arial"/>
                <a:ea typeface="Arial"/>
                <a:cs typeface="Arial"/>
              </a:defRPr>
            </a:lvl4pPr>
            <a:lvl5pPr algn="l">
              <a:buNone/>
              <a:defRPr sz="1125" b="0">
                <a:solidFill>
                  <a:srgbClr val="736D78"/>
                </a:solidFill>
                <a:latin typeface="Arial"/>
                <a:ea typeface="Arial"/>
                <a:cs typeface="Arial"/>
              </a:defRPr>
            </a:lvl5pPr>
            <a:lvl6pPr algn="l">
              <a:buNone/>
              <a:defRPr sz="1125" b="0">
                <a:solidFill>
                  <a:srgbClr val="736D78"/>
                </a:solidFill>
                <a:latin typeface="Arial"/>
                <a:ea typeface="Arial"/>
                <a:cs typeface="Arial"/>
              </a:defRPr>
            </a:lvl6pPr>
            <a:lvl7pPr algn="l">
              <a:buNone/>
              <a:defRPr sz="1125" b="0">
                <a:solidFill>
                  <a:srgbClr val="736D78"/>
                </a:solidFill>
                <a:latin typeface="Arial"/>
                <a:ea typeface="Arial"/>
                <a:cs typeface="Arial"/>
              </a:defRPr>
            </a:lvl7pPr>
            <a:lvl8pPr algn="l">
              <a:buNone/>
              <a:defRPr sz="1125" b="0">
                <a:solidFill>
                  <a:srgbClr val="736D78"/>
                </a:solidFill>
                <a:latin typeface="Arial"/>
                <a:ea typeface="Arial"/>
                <a:cs typeface="Arial"/>
              </a:defRPr>
            </a:lvl8pPr>
            <a:lvl9pPr algn="l">
              <a:buNone/>
              <a:defRPr sz="1125" b="0">
                <a:solidFill>
                  <a:srgbClr val="736D78"/>
                </a:solidFill>
                <a:latin typeface="Arial"/>
                <a:ea typeface="Arial"/>
                <a:cs typeface="Arial"/>
              </a:defRPr>
            </a:lvl9pPr>
          </a:lstStyle>
          <a:p xmlns:a="http://schemas.openxmlformats.org/drawingml/2006/main">
            <a:pPr algn="l">
              <a:buNone/>
              <a:defRPr sz="1125" b="0">
                <a:solidFill>
                  <a:srgbClr val="736D78"/>
                </a:solidFill>
                <a:latin typeface="Arial"/>
                <a:ea typeface="Arial"/>
                <a:cs typeface="Arial"/>
              </a:defRPr>
            </a:pPr>
            <a:r>
              <a:rPr sz="1125" b="0">
                <a:solidFill>
                  <a:srgbClr val="736D78"/>
                </a:solidFill>
                <a:latin typeface="Arial"/>
                <a:ea typeface="Arial"/>
                <a:cs typeface="Arial"/>
              </a:rPr>
              <a:t>src/report.ts</a:t>
            </a:r>
          </a:p>
        </p:txBody>
      </p:sp>
      <p:sp>
        <p:nvSpPr>
          <p:cNvPr id="20" name="">
            <a:extLst xmlns:a="http://schemas.openxmlformats.org/drawingml/2006/main">
              <a:ext uri="{FF2B5EF4-FFF2-40B4-BE49-F238E27FC236}">
                <a16:creationId xmlns:a16="http://schemas.microsoft.com/office/drawing/2014/main" id="{7A3A674D-34EA-4B41-B2E1-C4ED3569F9EB}"/>
              </a:ext>
            </a:extLst>
          </p:cNvPr>
          <p:cNvSpPr>
            <a:spLocks xmlns:a="http://schemas.openxmlformats.org/drawingml/2006/main" noGrp="1"/>
          </p:cNvSpPr>
          <p:nvPr/>
        </p:nvSpPr>
        <p:spPr>
          <a:xfrm xmlns:a="http://schemas.openxmlformats.org/drawingml/2006/main">
            <a:off x="1504950" y="46101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21" name="">
            <a:extLst xmlns:a="http://schemas.openxmlformats.org/drawingml/2006/main">
              <a:ext uri="{FF2B5EF4-FFF2-40B4-BE49-F238E27FC236}">
                <a16:creationId xmlns:a16="http://schemas.microsoft.com/office/drawing/2014/main" id="{34DED68E-93D0-4E66-B775-7AAEA78634BE}"/>
              </a:ext>
            </a:extLst>
          </p:cNvPr>
          <p:cNvSpPr>
            <a:spLocks xmlns:a="http://schemas.openxmlformats.org/drawingml/2006/main" noGrp="1"/>
          </p:cNvSpPr>
          <p:nvPr/>
        </p:nvSpPr>
        <p:spPr>
          <a:xfrm xmlns:a="http://schemas.openxmlformats.org/drawingml/2006/main">
            <a:off x="800100" y="49720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buNone/>
              <a:defRPr sz="1500" b="1">
                <a:solidFill>
                  <a:srgbClr val="603C91"/>
                </a:solidFill>
                <a:latin typeface="Arial"/>
                <a:ea typeface="Arial"/>
                <a:cs typeface="Arial"/>
              </a:defRPr>
            </a:lvl1pPr>
            <a:lvl2pPr algn="l">
              <a:buNone/>
              <a:defRPr sz="1500" b="1">
                <a:solidFill>
                  <a:srgbClr val="603C91"/>
                </a:solidFill>
                <a:latin typeface="Arial"/>
                <a:ea typeface="Arial"/>
                <a:cs typeface="Arial"/>
              </a:defRPr>
            </a:lvl2pPr>
            <a:lvl3pPr algn="l">
              <a:buNone/>
              <a:defRPr sz="1500" b="1">
                <a:solidFill>
                  <a:srgbClr val="603C91"/>
                </a:solidFill>
                <a:latin typeface="Arial"/>
                <a:ea typeface="Arial"/>
                <a:cs typeface="Arial"/>
              </a:defRPr>
            </a:lvl3pPr>
            <a:lvl4pPr algn="l">
              <a:buNone/>
              <a:defRPr sz="1500" b="1">
                <a:solidFill>
                  <a:srgbClr val="603C91"/>
                </a:solidFill>
                <a:latin typeface="Arial"/>
                <a:ea typeface="Arial"/>
                <a:cs typeface="Arial"/>
              </a:defRPr>
            </a:lvl4pPr>
            <a:lvl5pPr algn="l">
              <a:buNone/>
              <a:defRPr sz="1500" b="1">
                <a:solidFill>
                  <a:srgbClr val="603C91"/>
                </a:solidFill>
                <a:latin typeface="Arial"/>
                <a:ea typeface="Arial"/>
                <a:cs typeface="Arial"/>
              </a:defRPr>
            </a:lvl5pPr>
            <a:lvl6pPr algn="l">
              <a:buNone/>
              <a:defRPr sz="1500" b="1">
                <a:solidFill>
                  <a:srgbClr val="603C91"/>
                </a:solidFill>
                <a:latin typeface="Arial"/>
                <a:ea typeface="Arial"/>
                <a:cs typeface="Arial"/>
              </a:defRPr>
            </a:lvl6pPr>
            <a:lvl7pPr algn="l">
              <a:buNone/>
              <a:defRPr sz="1500" b="1">
                <a:solidFill>
                  <a:srgbClr val="603C91"/>
                </a:solidFill>
                <a:latin typeface="Arial"/>
                <a:ea typeface="Arial"/>
                <a:cs typeface="Arial"/>
              </a:defRPr>
            </a:lvl7pPr>
            <a:lvl8pPr algn="l">
              <a:buNone/>
              <a:defRPr sz="1500" b="1">
                <a:solidFill>
                  <a:srgbClr val="603C91"/>
                </a:solidFill>
                <a:latin typeface="Arial"/>
                <a:ea typeface="Arial"/>
                <a:cs typeface="Arial"/>
              </a:defRPr>
            </a:lvl8pPr>
            <a:lvl9pPr algn="l">
              <a:buNone/>
              <a:defRPr sz="1500" b="1">
                <a:solidFill>
                  <a:srgbClr val="603C91"/>
                </a:solidFill>
                <a:latin typeface="Arial"/>
                <a:ea typeface="Arial"/>
                <a:cs typeface="Arial"/>
              </a:defRPr>
            </a:lvl9pPr>
          </a:lstStyle>
          <a:p xmlns:a="http://schemas.openxmlformats.org/drawingml/2006/main">
            <a:pPr algn="l">
              <a:buNone/>
              <a:defRPr sz="1500" b="1">
                <a:solidFill>
                  <a:srgbClr val="603C91"/>
                </a:solidFill>
                <a:latin typeface="Arial"/>
                <a:ea typeface="Arial"/>
                <a:cs typeface="Arial"/>
              </a:defRPr>
            </a:pPr>
            <a:r>
              <a:rPr sz="1500" b="1">
                <a:solidFill>
                  <a:srgbClr val="603C9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7D9DDE28-6E2F-435F-8242-4DFC11BAD1BD}"/>
              </a:ext>
            </a:extLst>
          </p:cNvPr>
          <p:cNvSpPr>
            <a:spLocks xmlns:a="http://schemas.openxmlformats.org/drawingml/2006/main" noGrp="1"/>
          </p:cNvSpPr>
          <p:nvPr/>
        </p:nvSpPr>
        <p:spPr>
          <a:xfrm xmlns:a="http://schemas.openxmlformats.org/drawingml/2006/main">
            <a:off x="1504950" y="4972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buNone/>
              <a:defRPr sz="1800" b="1">
                <a:solidFill>
                  <a:srgbClr val="242128"/>
                </a:solidFill>
                <a:latin typeface="Arial"/>
                <a:ea typeface="Arial"/>
                <a:cs typeface="Arial"/>
              </a:defRPr>
            </a:lvl1pPr>
            <a:lvl2pPr algn="l">
              <a:buNone/>
              <a:defRPr sz="1800" b="1">
                <a:solidFill>
                  <a:srgbClr val="242128"/>
                </a:solidFill>
                <a:latin typeface="Arial"/>
                <a:ea typeface="Arial"/>
                <a:cs typeface="Arial"/>
              </a:defRPr>
            </a:lvl2pPr>
            <a:lvl3pPr algn="l">
              <a:buNone/>
              <a:defRPr sz="1800" b="1">
                <a:solidFill>
                  <a:srgbClr val="242128"/>
                </a:solidFill>
                <a:latin typeface="Arial"/>
                <a:ea typeface="Arial"/>
                <a:cs typeface="Arial"/>
              </a:defRPr>
            </a:lvl3pPr>
            <a:lvl4pPr algn="l">
              <a:buNone/>
              <a:defRPr sz="1800" b="1">
                <a:solidFill>
                  <a:srgbClr val="242128"/>
                </a:solidFill>
                <a:latin typeface="Arial"/>
                <a:ea typeface="Arial"/>
                <a:cs typeface="Arial"/>
              </a:defRPr>
            </a:lvl4pPr>
            <a:lvl5pPr algn="l">
              <a:buNone/>
              <a:defRPr sz="1800" b="1">
                <a:solidFill>
                  <a:srgbClr val="242128"/>
                </a:solidFill>
                <a:latin typeface="Arial"/>
                <a:ea typeface="Arial"/>
                <a:cs typeface="Arial"/>
              </a:defRPr>
            </a:lvl5pPr>
            <a:lvl6pPr algn="l">
              <a:buNone/>
              <a:defRPr sz="1800" b="1">
                <a:solidFill>
                  <a:srgbClr val="242128"/>
                </a:solidFill>
                <a:latin typeface="Arial"/>
                <a:ea typeface="Arial"/>
                <a:cs typeface="Arial"/>
              </a:defRPr>
            </a:lvl6pPr>
            <a:lvl7pPr algn="l">
              <a:buNone/>
              <a:defRPr sz="1800" b="1">
                <a:solidFill>
                  <a:srgbClr val="242128"/>
                </a:solidFill>
                <a:latin typeface="Arial"/>
                <a:ea typeface="Arial"/>
                <a:cs typeface="Arial"/>
              </a:defRPr>
            </a:lvl7pPr>
            <a:lvl8pPr algn="l">
              <a:buNone/>
              <a:defRPr sz="1800" b="1">
                <a:solidFill>
                  <a:srgbClr val="242128"/>
                </a:solidFill>
                <a:latin typeface="Arial"/>
                <a:ea typeface="Arial"/>
                <a:cs typeface="Arial"/>
              </a:defRPr>
            </a:lvl8pPr>
            <a:lvl9pPr algn="l">
              <a:buNone/>
              <a:defRPr sz="1800" b="1">
                <a:solidFill>
                  <a:srgbClr val="242128"/>
                </a:solidFill>
                <a:latin typeface="Arial"/>
                <a:ea typeface="Arial"/>
                <a:cs typeface="Arial"/>
              </a:defRPr>
            </a:lvl9pPr>
          </a:lstStyle>
          <a:p xmlns:a="http://schemas.openxmlformats.org/drawingml/2006/main">
            <a:pPr algn="l">
              <a:buNone/>
              <a:defRPr sz="1800" b="1">
                <a:solidFill>
                  <a:srgbClr val="242128"/>
                </a:solidFill>
                <a:latin typeface="Arial"/>
                <a:ea typeface="Arial"/>
                <a:cs typeface="Arial"/>
              </a:defRPr>
            </a:pPr>
            <a:r>
              <a:rPr sz="1800" b="1">
                <a:solidFill>
                  <a:srgbClr val="242128"/>
                </a:solidFill>
                <a:latin typeface="Arial"/>
                <a:ea typeface="Arial"/>
                <a:cs typeface="Arial"/>
              </a:rPr>
              <a:t>ATM Rahat Hossain</a:t>
            </a:r>
          </a:p>
        </p:txBody>
      </p:sp>
      <p:sp>
        <p:nvSpPr>
          <p:cNvPr id="23" name="">
            <a:extLst xmlns:a="http://schemas.openxmlformats.org/drawingml/2006/main">
              <a:ext uri="{FF2B5EF4-FFF2-40B4-BE49-F238E27FC236}">
                <a16:creationId xmlns:a16="http://schemas.microsoft.com/office/drawing/2014/main" id="{AE56715F-CE5F-49B1-8CD2-DCF5784267DA}"/>
              </a:ext>
            </a:extLst>
          </p:cNvPr>
          <p:cNvSpPr>
            <a:spLocks xmlns:a="http://schemas.openxmlformats.org/drawingml/2006/main" noGrp="1"/>
          </p:cNvSpPr>
          <p:nvPr/>
        </p:nvSpPr>
        <p:spPr>
          <a:xfrm xmlns:a="http://schemas.openxmlformats.org/drawingml/2006/main">
            <a:off x="4552950" y="49720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buNone/>
              <a:defRPr sz="1650" b="0">
                <a:solidFill>
                  <a:srgbClr val="242128"/>
                </a:solidFill>
                <a:latin typeface="Arial"/>
                <a:ea typeface="Arial"/>
                <a:cs typeface="Arial"/>
              </a:defRPr>
            </a:lvl1pPr>
            <a:lvl2pPr algn="l">
              <a:buNone/>
              <a:defRPr sz="1650" b="0">
                <a:solidFill>
                  <a:srgbClr val="242128"/>
                </a:solidFill>
                <a:latin typeface="Arial"/>
                <a:ea typeface="Arial"/>
                <a:cs typeface="Arial"/>
              </a:defRPr>
            </a:lvl2pPr>
            <a:lvl3pPr algn="l">
              <a:buNone/>
              <a:defRPr sz="1650" b="0">
                <a:solidFill>
                  <a:srgbClr val="242128"/>
                </a:solidFill>
                <a:latin typeface="Arial"/>
                <a:ea typeface="Arial"/>
                <a:cs typeface="Arial"/>
              </a:defRPr>
            </a:lvl3pPr>
            <a:lvl4pPr algn="l">
              <a:buNone/>
              <a:defRPr sz="1650" b="0">
                <a:solidFill>
                  <a:srgbClr val="242128"/>
                </a:solidFill>
                <a:latin typeface="Arial"/>
                <a:ea typeface="Arial"/>
                <a:cs typeface="Arial"/>
              </a:defRPr>
            </a:lvl4pPr>
            <a:lvl5pPr algn="l">
              <a:buNone/>
              <a:defRPr sz="1650" b="0">
                <a:solidFill>
                  <a:srgbClr val="242128"/>
                </a:solidFill>
                <a:latin typeface="Arial"/>
                <a:ea typeface="Arial"/>
                <a:cs typeface="Arial"/>
              </a:defRPr>
            </a:lvl5pPr>
            <a:lvl6pPr algn="l">
              <a:buNone/>
              <a:defRPr sz="1650" b="0">
                <a:solidFill>
                  <a:srgbClr val="242128"/>
                </a:solidFill>
                <a:latin typeface="Arial"/>
                <a:ea typeface="Arial"/>
                <a:cs typeface="Arial"/>
              </a:defRPr>
            </a:lvl6pPr>
            <a:lvl7pPr algn="l">
              <a:buNone/>
              <a:defRPr sz="1650" b="0">
                <a:solidFill>
                  <a:srgbClr val="242128"/>
                </a:solidFill>
                <a:latin typeface="Arial"/>
                <a:ea typeface="Arial"/>
                <a:cs typeface="Arial"/>
              </a:defRPr>
            </a:lvl7pPr>
            <a:lvl8pPr algn="l">
              <a:buNone/>
              <a:defRPr sz="1650" b="0">
                <a:solidFill>
                  <a:srgbClr val="242128"/>
                </a:solidFill>
                <a:latin typeface="Arial"/>
                <a:ea typeface="Arial"/>
                <a:cs typeface="Arial"/>
              </a:defRPr>
            </a:lvl8pPr>
            <a:lvl9pPr algn="l">
              <a:buNone/>
              <a:defRPr sz="1650" b="0">
                <a:solidFill>
                  <a:srgbClr val="242128"/>
                </a:solidFill>
                <a:latin typeface="Arial"/>
                <a:ea typeface="Arial"/>
                <a:cs typeface="Arial"/>
              </a:defRPr>
            </a:lvl9pPr>
          </a:lstStyle>
          <a:p xmlns:a="http://schemas.openxmlformats.org/drawingml/2006/main">
            <a:pPr algn="l">
              <a:buNone/>
              <a:defRPr sz="1650" b="0">
                <a:solidFill>
                  <a:srgbClr val="242128"/>
                </a:solidFill>
                <a:latin typeface="Arial"/>
                <a:ea typeface="Arial"/>
                <a:cs typeface="Arial"/>
              </a:defRPr>
            </a:pPr>
            <a:r>
              <a:rPr sz="1650" b="0">
                <a:solidFill>
                  <a:srgbClr val="242128"/>
                </a:solidFill>
                <a:latin typeface="Arial"/>
                <a:ea typeface="Arial"/>
                <a:cs typeface="Arial"/>
              </a:rPr>
              <a:t>Responsive layouts and mobile navigation</a:t>
            </a:r>
          </a:p>
        </p:txBody>
      </p:sp>
      <p:sp>
        <p:nvSpPr>
          <p:cNvPr id="24" name="">
            <a:extLst xmlns:a="http://schemas.openxmlformats.org/drawingml/2006/main">
              <a:ext uri="{FF2B5EF4-FFF2-40B4-BE49-F238E27FC236}">
                <a16:creationId xmlns:a16="http://schemas.microsoft.com/office/drawing/2014/main" id="{06C47077-1DA8-4409-B276-D27EB0E67281}"/>
              </a:ext>
            </a:extLst>
          </p:cNvPr>
          <p:cNvSpPr>
            <a:spLocks xmlns:a="http://schemas.openxmlformats.org/drawingml/2006/main" noGrp="1"/>
          </p:cNvSpPr>
          <p:nvPr/>
        </p:nvSpPr>
        <p:spPr>
          <a:xfrm xmlns:a="http://schemas.openxmlformats.org/drawingml/2006/main">
            <a:off x="8953500" y="5010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buNone/>
              <a:defRPr sz="1125" b="0">
                <a:solidFill>
                  <a:srgbClr val="736D78"/>
                </a:solidFill>
                <a:latin typeface="Arial"/>
                <a:ea typeface="Arial"/>
                <a:cs typeface="Arial"/>
              </a:defRPr>
            </a:lvl1pPr>
            <a:lvl2pPr algn="l">
              <a:buNone/>
              <a:defRPr sz="1125" b="0">
                <a:solidFill>
                  <a:srgbClr val="736D78"/>
                </a:solidFill>
                <a:latin typeface="Arial"/>
                <a:ea typeface="Arial"/>
                <a:cs typeface="Arial"/>
              </a:defRPr>
            </a:lvl2pPr>
            <a:lvl3pPr algn="l">
              <a:buNone/>
              <a:defRPr sz="1125" b="0">
                <a:solidFill>
                  <a:srgbClr val="736D78"/>
                </a:solidFill>
                <a:latin typeface="Arial"/>
                <a:ea typeface="Arial"/>
                <a:cs typeface="Arial"/>
              </a:defRPr>
            </a:lvl3pPr>
            <a:lvl4pPr algn="l">
              <a:buNone/>
              <a:defRPr sz="1125" b="0">
                <a:solidFill>
                  <a:srgbClr val="736D78"/>
                </a:solidFill>
                <a:latin typeface="Arial"/>
                <a:ea typeface="Arial"/>
                <a:cs typeface="Arial"/>
              </a:defRPr>
            </a:lvl4pPr>
            <a:lvl5pPr algn="l">
              <a:buNone/>
              <a:defRPr sz="1125" b="0">
                <a:solidFill>
                  <a:srgbClr val="736D78"/>
                </a:solidFill>
                <a:latin typeface="Arial"/>
                <a:ea typeface="Arial"/>
                <a:cs typeface="Arial"/>
              </a:defRPr>
            </a:lvl5pPr>
            <a:lvl6pPr algn="l">
              <a:buNone/>
              <a:defRPr sz="1125" b="0">
                <a:solidFill>
                  <a:srgbClr val="736D78"/>
                </a:solidFill>
                <a:latin typeface="Arial"/>
                <a:ea typeface="Arial"/>
                <a:cs typeface="Arial"/>
              </a:defRPr>
            </a:lvl6pPr>
            <a:lvl7pPr algn="l">
              <a:buNone/>
              <a:defRPr sz="1125" b="0">
                <a:solidFill>
                  <a:srgbClr val="736D78"/>
                </a:solidFill>
                <a:latin typeface="Arial"/>
                <a:ea typeface="Arial"/>
                <a:cs typeface="Arial"/>
              </a:defRPr>
            </a:lvl7pPr>
            <a:lvl8pPr algn="l">
              <a:buNone/>
              <a:defRPr sz="1125" b="0">
                <a:solidFill>
                  <a:srgbClr val="736D78"/>
                </a:solidFill>
                <a:latin typeface="Arial"/>
                <a:ea typeface="Arial"/>
                <a:cs typeface="Arial"/>
              </a:defRPr>
            </a:lvl8pPr>
            <a:lvl9pPr algn="l">
              <a:buNone/>
              <a:defRPr sz="1125" b="0">
                <a:solidFill>
                  <a:srgbClr val="736D78"/>
                </a:solidFill>
                <a:latin typeface="Arial"/>
                <a:ea typeface="Arial"/>
                <a:cs typeface="Arial"/>
              </a:defRPr>
            </a:lvl9pPr>
          </a:lstStyle>
          <a:p xmlns:a="http://schemas.openxmlformats.org/drawingml/2006/main">
            <a:pPr algn="l">
              <a:buNone/>
              <a:defRPr sz="1125" b="0">
                <a:solidFill>
                  <a:srgbClr val="736D78"/>
                </a:solidFill>
                <a:latin typeface="Arial"/>
                <a:ea typeface="Arial"/>
                <a:cs typeface="Arial"/>
              </a:defRPr>
            </a:pPr>
            <a:r>
              <a:rPr sz="1125" b="0">
                <a:solidFill>
                  <a:srgbClr val="736D78"/>
                </a:solidFill>
                <a:latin typeface="Arial"/>
                <a:ea typeface="Arial"/>
                <a:cs typeface="Arial"/>
              </a:rPr>
              <a:t>css/styles.css · src/responsive.ts</a:t>
            </a:r>
          </a:p>
        </p:txBody>
      </p:sp>
    </p:spTree>
    <p:extLst>
      <p:ext uri="{BB962C8B-B14F-4D97-AF65-F5344CB8AC3E}">
        <p14:creationId xmlns:p14="http://schemas.microsoft.com/office/powerpoint/2010/main" val="2104342276"/>
      </p:ext>
    </p:extLst>
  </p:cSld>
</p:sld>
</file>

<file path=ppt/slides/slide6.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D238AD-CAE4-44F8-B695-79E9A1E2E730}"/>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HOW THE PROTOTYPE WORKS</a:t>
            </a:r>
          </a:p>
        </p:txBody>
      </p:sp>
      <p:sp>
        <p:nvSpPr>
          <p:cNvPr id="2" name="">
            <a:extLst xmlns:a="http://schemas.openxmlformats.org/drawingml/2006/main">
              <a:ext uri="{FF2B5EF4-FFF2-40B4-BE49-F238E27FC236}">
                <a16:creationId xmlns:a16="http://schemas.microsoft.com/office/drawing/2014/main" id="{F9B8BD9C-99EC-422C-B560-D7686E90394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F08E07EA-5678-47AF-9EF9-E214958181DC}"/>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19084314-8895-4823-8A2E-A3DF154D6574}"/>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E062538-C340-4931-B010-8EFFA1839D1A}"/>
              </a:ext>
            </a:extLst>
          </p:cNvPr>
          <p:cNvSpPr>
            <a:spLocks xmlns:a="http://schemas.openxmlformats.org/drawingml/2006/main" noGrp="1"/>
          </p:cNvSpPr>
          <p:nvPr/>
        </p:nvSpPr>
        <p:spPr>
          <a:xfrm xmlns:a="http://schemas.openxmlformats.org/drawingml/2006/main">
            <a:off x="742950" y="876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242128"/>
                </a:solidFill>
                <a:latin typeface="Arial"/>
                <a:ea typeface="Arial"/>
                <a:cs typeface="Arial"/>
              </a:defRPr>
            </a:defPPr>
            <a:lvl1pPr algn="l">
              <a:buNone/>
              <a:defRPr sz="3150" b="1">
                <a:solidFill>
                  <a:srgbClr val="242128"/>
                </a:solidFill>
                <a:latin typeface="Arial"/>
                <a:ea typeface="Arial"/>
                <a:cs typeface="Arial"/>
              </a:defRPr>
            </a:lvl1pPr>
            <a:lvl2pPr algn="l">
              <a:buNone/>
              <a:defRPr sz="3150" b="1">
                <a:solidFill>
                  <a:srgbClr val="242128"/>
                </a:solidFill>
                <a:latin typeface="Arial"/>
                <a:ea typeface="Arial"/>
                <a:cs typeface="Arial"/>
              </a:defRPr>
            </a:lvl2pPr>
            <a:lvl3pPr algn="l">
              <a:buNone/>
              <a:defRPr sz="3150" b="1">
                <a:solidFill>
                  <a:srgbClr val="242128"/>
                </a:solidFill>
                <a:latin typeface="Arial"/>
                <a:ea typeface="Arial"/>
                <a:cs typeface="Arial"/>
              </a:defRPr>
            </a:lvl3pPr>
            <a:lvl4pPr algn="l">
              <a:buNone/>
              <a:defRPr sz="3150" b="1">
                <a:solidFill>
                  <a:srgbClr val="242128"/>
                </a:solidFill>
                <a:latin typeface="Arial"/>
                <a:ea typeface="Arial"/>
                <a:cs typeface="Arial"/>
              </a:defRPr>
            </a:lvl4pPr>
            <a:lvl5pPr algn="l">
              <a:buNone/>
              <a:defRPr sz="3150" b="1">
                <a:solidFill>
                  <a:srgbClr val="242128"/>
                </a:solidFill>
                <a:latin typeface="Arial"/>
                <a:ea typeface="Arial"/>
                <a:cs typeface="Arial"/>
              </a:defRPr>
            </a:lvl5pPr>
            <a:lvl6pPr algn="l">
              <a:buNone/>
              <a:defRPr sz="3150" b="1">
                <a:solidFill>
                  <a:srgbClr val="242128"/>
                </a:solidFill>
                <a:latin typeface="Arial"/>
                <a:ea typeface="Arial"/>
                <a:cs typeface="Arial"/>
              </a:defRPr>
            </a:lvl6pPr>
            <a:lvl7pPr algn="l">
              <a:buNone/>
              <a:defRPr sz="3150" b="1">
                <a:solidFill>
                  <a:srgbClr val="242128"/>
                </a:solidFill>
                <a:latin typeface="Arial"/>
                <a:ea typeface="Arial"/>
                <a:cs typeface="Arial"/>
              </a:defRPr>
            </a:lvl7pPr>
            <a:lvl8pPr algn="l">
              <a:buNone/>
              <a:defRPr sz="3150" b="1">
                <a:solidFill>
                  <a:srgbClr val="242128"/>
                </a:solidFill>
                <a:latin typeface="Arial"/>
                <a:ea typeface="Arial"/>
                <a:cs typeface="Arial"/>
              </a:defRPr>
            </a:lvl8pPr>
            <a:lvl9pPr algn="l">
              <a:buNone/>
              <a:defRPr sz="3150" b="1">
                <a:solidFill>
                  <a:srgbClr val="242128"/>
                </a:solidFill>
                <a:latin typeface="Arial"/>
                <a:ea typeface="Arial"/>
                <a:cs typeface="Arial"/>
              </a:defRPr>
            </a:lvl9pPr>
          </a:lstStyle>
          <a:p xmlns:a="http://schemas.openxmlformats.org/drawingml/2006/main">
            <a:pPr algn="l">
              <a:buNone/>
              <a:defRPr sz="3150" b="1">
                <a:solidFill>
                  <a:srgbClr val="242128"/>
                </a:solidFill>
                <a:latin typeface="Arial"/>
                <a:ea typeface="Arial"/>
                <a:cs typeface="Arial"/>
              </a:defRPr>
            </a:pPr>
            <a:r>
              <a:rPr sz="3150" b="1">
                <a:solidFill>
                  <a:srgbClr val="242128"/>
                </a:solidFill>
                <a:latin typeface="Arial"/>
                <a:ea typeface="Arial"/>
                <a:cs typeface="Arial"/>
              </a:rPr>
              <a:t>A native frontend, with no backend</a:t>
            </a:r>
          </a:p>
        </p:txBody>
      </p:sp>
      <p:sp>
        <p:nvSpPr>
          <p:cNvPr id="6" name="">
            <a:extLst xmlns:a="http://schemas.openxmlformats.org/drawingml/2006/main">
              <a:ext uri="{FF2B5EF4-FFF2-40B4-BE49-F238E27FC236}">
                <a16:creationId xmlns:a16="http://schemas.microsoft.com/office/drawing/2014/main" id="{A70E2EFF-12F6-4FEC-A211-7206AE46FE7E}"/>
              </a:ext>
            </a:extLst>
          </p:cNvPr>
          <p:cNvSpPr>
            <a:spLocks xmlns:a="http://schemas.openxmlformats.org/drawingml/2006/main" noGrp="1"/>
          </p:cNvSpPr>
          <p:nvPr/>
        </p:nvSpPr>
        <p:spPr>
          <a:xfrm xmlns:a="http://schemas.openxmlformats.org/drawingml/2006/main">
            <a:off x="876300" y="2228850"/>
            <a:ext cx="2228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buNone/>
              <a:defRPr sz="2250" b="1">
                <a:solidFill>
                  <a:srgbClr val="242128"/>
                </a:solidFill>
                <a:latin typeface="Arial"/>
                <a:ea typeface="Arial"/>
                <a:cs typeface="Arial"/>
              </a:defRPr>
            </a:lvl1pPr>
            <a:lvl2pPr algn="l">
              <a:buNone/>
              <a:defRPr sz="2250" b="1">
                <a:solidFill>
                  <a:srgbClr val="242128"/>
                </a:solidFill>
                <a:latin typeface="Arial"/>
                <a:ea typeface="Arial"/>
                <a:cs typeface="Arial"/>
              </a:defRPr>
            </a:lvl2pPr>
            <a:lvl3pPr algn="l">
              <a:buNone/>
              <a:defRPr sz="2250" b="1">
                <a:solidFill>
                  <a:srgbClr val="242128"/>
                </a:solidFill>
                <a:latin typeface="Arial"/>
                <a:ea typeface="Arial"/>
                <a:cs typeface="Arial"/>
              </a:defRPr>
            </a:lvl3pPr>
            <a:lvl4pPr algn="l">
              <a:buNone/>
              <a:defRPr sz="2250" b="1">
                <a:solidFill>
                  <a:srgbClr val="242128"/>
                </a:solidFill>
                <a:latin typeface="Arial"/>
                <a:ea typeface="Arial"/>
                <a:cs typeface="Arial"/>
              </a:defRPr>
            </a:lvl4pPr>
            <a:lvl5pPr algn="l">
              <a:buNone/>
              <a:defRPr sz="2250" b="1">
                <a:solidFill>
                  <a:srgbClr val="242128"/>
                </a:solidFill>
                <a:latin typeface="Arial"/>
                <a:ea typeface="Arial"/>
                <a:cs typeface="Arial"/>
              </a:defRPr>
            </a:lvl5pPr>
            <a:lvl6pPr algn="l">
              <a:buNone/>
              <a:defRPr sz="2250" b="1">
                <a:solidFill>
                  <a:srgbClr val="242128"/>
                </a:solidFill>
                <a:latin typeface="Arial"/>
                <a:ea typeface="Arial"/>
                <a:cs typeface="Arial"/>
              </a:defRPr>
            </a:lvl6pPr>
            <a:lvl7pPr algn="l">
              <a:buNone/>
              <a:defRPr sz="2250" b="1">
                <a:solidFill>
                  <a:srgbClr val="242128"/>
                </a:solidFill>
                <a:latin typeface="Arial"/>
                <a:ea typeface="Arial"/>
                <a:cs typeface="Arial"/>
              </a:defRPr>
            </a:lvl7pPr>
            <a:lvl8pPr algn="l">
              <a:buNone/>
              <a:defRPr sz="2250" b="1">
                <a:solidFill>
                  <a:srgbClr val="242128"/>
                </a:solidFill>
                <a:latin typeface="Arial"/>
                <a:ea typeface="Arial"/>
                <a:cs typeface="Arial"/>
              </a:defRPr>
            </a:lvl8pPr>
            <a:lvl9pPr algn="l">
              <a:buNone/>
              <a:defRPr sz="2250" b="1">
                <a:solidFill>
                  <a:srgbClr val="242128"/>
                </a:solidFill>
                <a:latin typeface="Arial"/>
                <a:ea typeface="Arial"/>
                <a:cs typeface="Arial"/>
              </a:defRPr>
            </a:lvl9pPr>
          </a:lstStyle>
          <a:p xmlns:a="http://schemas.openxmlformats.org/drawingml/2006/main">
            <a:pPr algn="l">
              <a:buNone/>
              <a:defRPr sz="2250" b="1">
                <a:solidFill>
                  <a:srgbClr val="242128"/>
                </a:solidFill>
                <a:latin typeface="Arial"/>
                <a:ea typeface="Arial"/>
                <a:cs typeface="Arial"/>
              </a:defRPr>
            </a:pPr>
            <a:r>
              <a:rPr sz="2250" b="1">
                <a:solidFill>
                  <a:srgbClr val="242128"/>
                </a:solidFill>
                <a:latin typeface="Arial"/>
                <a:ea typeface="Arial"/>
                <a:cs typeface="Arial"/>
              </a:rPr>
              <a:t>HTML</a:t>
            </a:r>
          </a:p>
        </p:txBody>
      </p:sp>
      <p:sp>
        <p:nvSpPr>
          <p:cNvPr id="7" name="">
            <a:extLst xmlns:a="http://schemas.openxmlformats.org/drawingml/2006/main">
              <a:ext uri="{FF2B5EF4-FFF2-40B4-BE49-F238E27FC236}">
                <a16:creationId xmlns:a16="http://schemas.microsoft.com/office/drawing/2014/main" id="{C7648DC2-F0EC-4932-8639-3C7882C31FE3}"/>
              </a:ext>
            </a:extLst>
          </p:cNvPr>
          <p:cNvSpPr>
            <a:spLocks xmlns:a="http://schemas.openxmlformats.org/drawingml/2006/main" noGrp="1"/>
          </p:cNvSpPr>
          <p:nvPr/>
        </p:nvSpPr>
        <p:spPr>
          <a:xfrm xmlns:a="http://schemas.openxmlformats.org/drawingml/2006/main">
            <a:off x="3124200" y="2228850"/>
            <a:ext cx="342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603C91"/>
                </a:solidFill>
                <a:latin typeface="Arial"/>
                <a:ea typeface="Arial"/>
                <a:cs typeface="Arial"/>
              </a:defRPr>
            </a:defPPr>
            <a:lvl1pPr algn="ctr">
              <a:buNone/>
              <a:defRPr sz="2100" b="1">
                <a:solidFill>
                  <a:srgbClr val="603C91"/>
                </a:solidFill>
                <a:latin typeface="Arial"/>
                <a:ea typeface="Arial"/>
                <a:cs typeface="Arial"/>
              </a:defRPr>
            </a:lvl1pPr>
            <a:lvl2pPr algn="ctr">
              <a:buNone/>
              <a:defRPr sz="2100" b="1">
                <a:solidFill>
                  <a:srgbClr val="603C91"/>
                </a:solidFill>
                <a:latin typeface="Arial"/>
                <a:ea typeface="Arial"/>
                <a:cs typeface="Arial"/>
              </a:defRPr>
            </a:lvl2pPr>
            <a:lvl3pPr algn="ctr">
              <a:buNone/>
              <a:defRPr sz="2100" b="1">
                <a:solidFill>
                  <a:srgbClr val="603C91"/>
                </a:solidFill>
                <a:latin typeface="Arial"/>
                <a:ea typeface="Arial"/>
                <a:cs typeface="Arial"/>
              </a:defRPr>
            </a:lvl3pPr>
            <a:lvl4pPr algn="ctr">
              <a:buNone/>
              <a:defRPr sz="2100" b="1">
                <a:solidFill>
                  <a:srgbClr val="603C91"/>
                </a:solidFill>
                <a:latin typeface="Arial"/>
                <a:ea typeface="Arial"/>
                <a:cs typeface="Arial"/>
              </a:defRPr>
            </a:lvl4pPr>
            <a:lvl5pPr algn="ctr">
              <a:buNone/>
              <a:defRPr sz="2100" b="1">
                <a:solidFill>
                  <a:srgbClr val="603C91"/>
                </a:solidFill>
                <a:latin typeface="Arial"/>
                <a:ea typeface="Arial"/>
                <a:cs typeface="Arial"/>
              </a:defRPr>
            </a:lvl5pPr>
            <a:lvl6pPr algn="ctr">
              <a:buNone/>
              <a:defRPr sz="2100" b="1">
                <a:solidFill>
                  <a:srgbClr val="603C91"/>
                </a:solidFill>
                <a:latin typeface="Arial"/>
                <a:ea typeface="Arial"/>
                <a:cs typeface="Arial"/>
              </a:defRPr>
            </a:lvl6pPr>
            <a:lvl7pPr algn="ctr">
              <a:buNone/>
              <a:defRPr sz="2100" b="1">
                <a:solidFill>
                  <a:srgbClr val="603C91"/>
                </a:solidFill>
                <a:latin typeface="Arial"/>
                <a:ea typeface="Arial"/>
                <a:cs typeface="Arial"/>
              </a:defRPr>
            </a:lvl7pPr>
            <a:lvl8pPr algn="ctr">
              <a:buNone/>
              <a:defRPr sz="2100" b="1">
                <a:solidFill>
                  <a:srgbClr val="603C91"/>
                </a:solidFill>
                <a:latin typeface="Arial"/>
                <a:ea typeface="Arial"/>
                <a:cs typeface="Arial"/>
              </a:defRPr>
            </a:lvl8pPr>
            <a:lvl9pPr algn="ctr">
              <a:buNone/>
              <a:defRPr sz="2100" b="1">
                <a:solidFill>
                  <a:srgbClr val="603C91"/>
                </a:solidFill>
                <a:latin typeface="Arial"/>
                <a:ea typeface="Arial"/>
                <a:cs typeface="Arial"/>
              </a:defRPr>
            </a:lvl9pPr>
          </a:lstStyle>
          <a:p xmlns:a="http://schemas.openxmlformats.org/drawingml/2006/main">
            <a:pPr algn="ctr">
              <a:buNone/>
              <a:defRPr sz="2100" b="1">
                <a:solidFill>
                  <a:srgbClr val="603C91"/>
                </a:solidFill>
                <a:latin typeface="Arial"/>
                <a:ea typeface="Arial"/>
                <a:cs typeface="Arial"/>
              </a:defRPr>
            </a:pPr>
            <a:r>
              <a:rPr sz="2100" b="1">
                <a:solidFill>
                  <a:srgbClr val="603C9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3BAF64B7-098B-4CAA-BB3C-D7BE62840778}"/>
              </a:ext>
            </a:extLst>
          </p:cNvPr>
          <p:cNvSpPr>
            <a:spLocks xmlns:a="http://schemas.openxmlformats.org/drawingml/2006/main" noGrp="1"/>
          </p:cNvSpPr>
          <p:nvPr/>
        </p:nvSpPr>
        <p:spPr>
          <a:xfrm xmlns:a="http://schemas.openxmlformats.org/drawingml/2006/main">
            <a:off x="3543300" y="2228850"/>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buNone/>
              <a:defRPr sz="2250" b="1">
                <a:solidFill>
                  <a:srgbClr val="242128"/>
                </a:solidFill>
                <a:latin typeface="Arial"/>
                <a:ea typeface="Arial"/>
                <a:cs typeface="Arial"/>
              </a:defRPr>
            </a:lvl1pPr>
            <a:lvl2pPr algn="l">
              <a:buNone/>
              <a:defRPr sz="2250" b="1">
                <a:solidFill>
                  <a:srgbClr val="242128"/>
                </a:solidFill>
                <a:latin typeface="Arial"/>
                <a:ea typeface="Arial"/>
                <a:cs typeface="Arial"/>
              </a:defRPr>
            </a:lvl2pPr>
            <a:lvl3pPr algn="l">
              <a:buNone/>
              <a:defRPr sz="2250" b="1">
                <a:solidFill>
                  <a:srgbClr val="242128"/>
                </a:solidFill>
                <a:latin typeface="Arial"/>
                <a:ea typeface="Arial"/>
                <a:cs typeface="Arial"/>
              </a:defRPr>
            </a:lvl3pPr>
            <a:lvl4pPr algn="l">
              <a:buNone/>
              <a:defRPr sz="2250" b="1">
                <a:solidFill>
                  <a:srgbClr val="242128"/>
                </a:solidFill>
                <a:latin typeface="Arial"/>
                <a:ea typeface="Arial"/>
                <a:cs typeface="Arial"/>
              </a:defRPr>
            </a:lvl4pPr>
            <a:lvl5pPr algn="l">
              <a:buNone/>
              <a:defRPr sz="2250" b="1">
                <a:solidFill>
                  <a:srgbClr val="242128"/>
                </a:solidFill>
                <a:latin typeface="Arial"/>
                <a:ea typeface="Arial"/>
                <a:cs typeface="Arial"/>
              </a:defRPr>
            </a:lvl5pPr>
            <a:lvl6pPr algn="l">
              <a:buNone/>
              <a:defRPr sz="2250" b="1">
                <a:solidFill>
                  <a:srgbClr val="242128"/>
                </a:solidFill>
                <a:latin typeface="Arial"/>
                <a:ea typeface="Arial"/>
                <a:cs typeface="Arial"/>
              </a:defRPr>
            </a:lvl6pPr>
            <a:lvl7pPr algn="l">
              <a:buNone/>
              <a:defRPr sz="2250" b="1">
                <a:solidFill>
                  <a:srgbClr val="242128"/>
                </a:solidFill>
                <a:latin typeface="Arial"/>
                <a:ea typeface="Arial"/>
                <a:cs typeface="Arial"/>
              </a:defRPr>
            </a:lvl7pPr>
            <a:lvl8pPr algn="l">
              <a:buNone/>
              <a:defRPr sz="2250" b="1">
                <a:solidFill>
                  <a:srgbClr val="242128"/>
                </a:solidFill>
                <a:latin typeface="Arial"/>
                <a:ea typeface="Arial"/>
                <a:cs typeface="Arial"/>
              </a:defRPr>
            </a:lvl8pPr>
            <a:lvl9pPr algn="l">
              <a:buNone/>
              <a:defRPr sz="2250" b="1">
                <a:solidFill>
                  <a:srgbClr val="242128"/>
                </a:solidFill>
                <a:latin typeface="Arial"/>
                <a:ea typeface="Arial"/>
                <a:cs typeface="Arial"/>
              </a:defRPr>
            </a:lvl9pPr>
          </a:lstStyle>
          <a:p xmlns:a="http://schemas.openxmlformats.org/drawingml/2006/main">
            <a:pPr algn="l">
              <a:buNone/>
              <a:defRPr sz="2250" b="1">
                <a:solidFill>
                  <a:srgbClr val="242128"/>
                </a:solidFill>
                <a:latin typeface="Arial"/>
                <a:ea typeface="Arial"/>
                <a:cs typeface="Arial"/>
              </a:defRPr>
            </a:pPr>
            <a:r>
              <a:rPr sz="2250" b="1">
                <a:solidFill>
                  <a:srgbClr val="242128"/>
                </a:solidFill>
                <a:latin typeface="Arial"/>
                <a:ea typeface="Arial"/>
                <a:cs typeface="Arial"/>
              </a:rPr>
              <a:t>CSS</a:t>
            </a:r>
          </a:p>
        </p:txBody>
      </p:sp>
      <p:sp>
        <p:nvSpPr>
          <p:cNvPr id="9" name="">
            <a:extLst xmlns:a="http://schemas.openxmlformats.org/drawingml/2006/main">
              <a:ext uri="{FF2B5EF4-FFF2-40B4-BE49-F238E27FC236}">
                <a16:creationId xmlns:a16="http://schemas.microsoft.com/office/drawing/2014/main" id="{F14289F0-1D97-441F-B5F9-F940FFFF6DB0}"/>
              </a:ext>
            </a:extLst>
          </p:cNvPr>
          <p:cNvSpPr>
            <a:spLocks xmlns:a="http://schemas.openxmlformats.org/drawingml/2006/main" noGrp="1"/>
          </p:cNvSpPr>
          <p:nvPr/>
        </p:nvSpPr>
        <p:spPr>
          <a:xfrm xmlns:a="http://schemas.openxmlformats.org/drawingml/2006/main">
            <a:off x="5353050" y="2228850"/>
            <a:ext cx="342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603C91"/>
                </a:solidFill>
                <a:latin typeface="Arial"/>
                <a:ea typeface="Arial"/>
                <a:cs typeface="Arial"/>
              </a:defRPr>
            </a:defPPr>
            <a:lvl1pPr algn="ctr">
              <a:buNone/>
              <a:defRPr sz="2100" b="1">
                <a:solidFill>
                  <a:srgbClr val="603C91"/>
                </a:solidFill>
                <a:latin typeface="Arial"/>
                <a:ea typeface="Arial"/>
                <a:cs typeface="Arial"/>
              </a:defRPr>
            </a:lvl1pPr>
            <a:lvl2pPr algn="ctr">
              <a:buNone/>
              <a:defRPr sz="2100" b="1">
                <a:solidFill>
                  <a:srgbClr val="603C91"/>
                </a:solidFill>
                <a:latin typeface="Arial"/>
                <a:ea typeface="Arial"/>
                <a:cs typeface="Arial"/>
              </a:defRPr>
            </a:lvl2pPr>
            <a:lvl3pPr algn="ctr">
              <a:buNone/>
              <a:defRPr sz="2100" b="1">
                <a:solidFill>
                  <a:srgbClr val="603C91"/>
                </a:solidFill>
                <a:latin typeface="Arial"/>
                <a:ea typeface="Arial"/>
                <a:cs typeface="Arial"/>
              </a:defRPr>
            </a:lvl3pPr>
            <a:lvl4pPr algn="ctr">
              <a:buNone/>
              <a:defRPr sz="2100" b="1">
                <a:solidFill>
                  <a:srgbClr val="603C91"/>
                </a:solidFill>
                <a:latin typeface="Arial"/>
                <a:ea typeface="Arial"/>
                <a:cs typeface="Arial"/>
              </a:defRPr>
            </a:lvl4pPr>
            <a:lvl5pPr algn="ctr">
              <a:buNone/>
              <a:defRPr sz="2100" b="1">
                <a:solidFill>
                  <a:srgbClr val="603C91"/>
                </a:solidFill>
                <a:latin typeface="Arial"/>
                <a:ea typeface="Arial"/>
                <a:cs typeface="Arial"/>
              </a:defRPr>
            </a:lvl5pPr>
            <a:lvl6pPr algn="ctr">
              <a:buNone/>
              <a:defRPr sz="2100" b="1">
                <a:solidFill>
                  <a:srgbClr val="603C91"/>
                </a:solidFill>
                <a:latin typeface="Arial"/>
                <a:ea typeface="Arial"/>
                <a:cs typeface="Arial"/>
              </a:defRPr>
            </a:lvl6pPr>
            <a:lvl7pPr algn="ctr">
              <a:buNone/>
              <a:defRPr sz="2100" b="1">
                <a:solidFill>
                  <a:srgbClr val="603C91"/>
                </a:solidFill>
                <a:latin typeface="Arial"/>
                <a:ea typeface="Arial"/>
                <a:cs typeface="Arial"/>
              </a:defRPr>
            </a:lvl7pPr>
            <a:lvl8pPr algn="ctr">
              <a:buNone/>
              <a:defRPr sz="2100" b="1">
                <a:solidFill>
                  <a:srgbClr val="603C91"/>
                </a:solidFill>
                <a:latin typeface="Arial"/>
                <a:ea typeface="Arial"/>
                <a:cs typeface="Arial"/>
              </a:defRPr>
            </a:lvl8pPr>
            <a:lvl9pPr algn="ctr">
              <a:buNone/>
              <a:defRPr sz="2100" b="1">
                <a:solidFill>
                  <a:srgbClr val="603C91"/>
                </a:solidFill>
                <a:latin typeface="Arial"/>
                <a:ea typeface="Arial"/>
                <a:cs typeface="Arial"/>
              </a:defRPr>
            </a:lvl9pPr>
          </a:lstStyle>
          <a:p xmlns:a="http://schemas.openxmlformats.org/drawingml/2006/main">
            <a:pPr algn="ctr">
              <a:buNone/>
              <a:defRPr sz="2100" b="1">
                <a:solidFill>
                  <a:srgbClr val="603C91"/>
                </a:solidFill>
                <a:latin typeface="Arial"/>
                <a:ea typeface="Arial"/>
                <a:cs typeface="Arial"/>
              </a:defRPr>
            </a:pPr>
            <a:r>
              <a:rPr sz="2100" b="1">
                <a:solidFill>
                  <a:srgbClr val="603C9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F3BF4CD-26F0-447F-B9DF-B8FE0F9200E5}"/>
              </a:ext>
            </a:extLst>
          </p:cNvPr>
          <p:cNvSpPr>
            <a:spLocks xmlns:a="http://schemas.openxmlformats.org/drawingml/2006/main" noGrp="1"/>
          </p:cNvSpPr>
          <p:nvPr/>
        </p:nvSpPr>
        <p:spPr>
          <a:xfrm xmlns:a="http://schemas.openxmlformats.org/drawingml/2006/main">
            <a:off x="5772150" y="22288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buNone/>
              <a:defRPr sz="2250" b="1">
                <a:solidFill>
                  <a:srgbClr val="242128"/>
                </a:solidFill>
                <a:latin typeface="Arial"/>
                <a:ea typeface="Arial"/>
                <a:cs typeface="Arial"/>
              </a:defRPr>
            </a:lvl1pPr>
            <a:lvl2pPr algn="l">
              <a:buNone/>
              <a:defRPr sz="2250" b="1">
                <a:solidFill>
                  <a:srgbClr val="242128"/>
                </a:solidFill>
                <a:latin typeface="Arial"/>
                <a:ea typeface="Arial"/>
                <a:cs typeface="Arial"/>
              </a:defRPr>
            </a:lvl2pPr>
            <a:lvl3pPr algn="l">
              <a:buNone/>
              <a:defRPr sz="2250" b="1">
                <a:solidFill>
                  <a:srgbClr val="242128"/>
                </a:solidFill>
                <a:latin typeface="Arial"/>
                <a:ea typeface="Arial"/>
                <a:cs typeface="Arial"/>
              </a:defRPr>
            </a:lvl3pPr>
            <a:lvl4pPr algn="l">
              <a:buNone/>
              <a:defRPr sz="2250" b="1">
                <a:solidFill>
                  <a:srgbClr val="242128"/>
                </a:solidFill>
                <a:latin typeface="Arial"/>
                <a:ea typeface="Arial"/>
                <a:cs typeface="Arial"/>
              </a:defRPr>
            </a:lvl4pPr>
            <a:lvl5pPr algn="l">
              <a:buNone/>
              <a:defRPr sz="2250" b="1">
                <a:solidFill>
                  <a:srgbClr val="242128"/>
                </a:solidFill>
                <a:latin typeface="Arial"/>
                <a:ea typeface="Arial"/>
                <a:cs typeface="Arial"/>
              </a:defRPr>
            </a:lvl5pPr>
            <a:lvl6pPr algn="l">
              <a:buNone/>
              <a:defRPr sz="2250" b="1">
                <a:solidFill>
                  <a:srgbClr val="242128"/>
                </a:solidFill>
                <a:latin typeface="Arial"/>
                <a:ea typeface="Arial"/>
                <a:cs typeface="Arial"/>
              </a:defRPr>
            </a:lvl6pPr>
            <a:lvl7pPr algn="l">
              <a:buNone/>
              <a:defRPr sz="2250" b="1">
                <a:solidFill>
                  <a:srgbClr val="242128"/>
                </a:solidFill>
                <a:latin typeface="Arial"/>
                <a:ea typeface="Arial"/>
                <a:cs typeface="Arial"/>
              </a:defRPr>
            </a:lvl7pPr>
            <a:lvl8pPr algn="l">
              <a:buNone/>
              <a:defRPr sz="2250" b="1">
                <a:solidFill>
                  <a:srgbClr val="242128"/>
                </a:solidFill>
                <a:latin typeface="Arial"/>
                <a:ea typeface="Arial"/>
                <a:cs typeface="Arial"/>
              </a:defRPr>
            </a:lvl8pPr>
            <a:lvl9pPr algn="l">
              <a:buNone/>
              <a:defRPr sz="2250" b="1">
                <a:solidFill>
                  <a:srgbClr val="242128"/>
                </a:solidFill>
                <a:latin typeface="Arial"/>
                <a:ea typeface="Arial"/>
                <a:cs typeface="Arial"/>
              </a:defRPr>
            </a:lvl9pPr>
          </a:lstStyle>
          <a:p xmlns:a="http://schemas.openxmlformats.org/drawingml/2006/main">
            <a:pPr algn="l">
              <a:buNone/>
              <a:defRPr sz="2250" b="1">
                <a:solidFill>
                  <a:srgbClr val="242128"/>
                </a:solidFill>
                <a:latin typeface="Arial"/>
                <a:ea typeface="Arial"/>
                <a:cs typeface="Arial"/>
              </a:defRPr>
            </a:pPr>
            <a:r>
              <a:rPr sz="2250" b="1">
                <a:solidFill>
                  <a:srgbClr val="242128"/>
                </a:solidFill>
                <a:latin typeface="Arial"/>
                <a:ea typeface="Arial"/>
                <a:cs typeface="Arial"/>
              </a:rPr>
              <a:t>TypeScript</a:t>
            </a:r>
          </a:p>
        </p:txBody>
      </p:sp>
      <p:sp>
        <p:nvSpPr>
          <p:cNvPr id="11" name="">
            <a:extLst xmlns:a="http://schemas.openxmlformats.org/drawingml/2006/main">
              <a:ext uri="{FF2B5EF4-FFF2-40B4-BE49-F238E27FC236}">
                <a16:creationId xmlns:a16="http://schemas.microsoft.com/office/drawing/2014/main" id="{2097D6C3-EEC2-4F8E-9FA0-3DB54F63D86B}"/>
              </a:ext>
            </a:extLst>
          </p:cNvPr>
          <p:cNvSpPr>
            <a:spLocks xmlns:a="http://schemas.openxmlformats.org/drawingml/2006/main" noGrp="1"/>
          </p:cNvSpPr>
          <p:nvPr/>
        </p:nvSpPr>
        <p:spPr>
          <a:xfrm xmlns:a="http://schemas.openxmlformats.org/drawingml/2006/main">
            <a:off x="876300" y="2990850"/>
            <a:ext cx="7239000" cy="0"/>
          </a:xfrm>
          <a:prstGeom xmlns:a="http://schemas.openxmlformats.org/drawingml/2006/main" prst="line">
            <a:avLst/>
          </a:prstGeom>
          <a:noFill xmlns:a="http://schemas.openxmlformats.org/drawingml/2006/main"/>
          <a:ln xmlns:a="http://schemas.openxmlformats.org/drawingml/2006/main" w="28575">
            <a:solidFill>
              <a:srgbClr val="603C91"/>
            </a:solidFill>
            <a:prstDash val="solid"/>
          </a:ln>
        </p:spPr>
      </p:sp>
      <p:sp>
        <p:nvSpPr>
          <p:cNvPr id="12" name="">
            <a:extLst xmlns:a="http://schemas.openxmlformats.org/drawingml/2006/main">
              <a:ext uri="{FF2B5EF4-FFF2-40B4-BE49-F238E27FC236}">
                <a16:creationId xmlns:a16="http://schemas.microsoft.com/office/drawing/2014/main" id="{6E616FC3-A1C6-4E4B-BFD4-E12A7534A8B9}"/>
              </a:ext>
            </a:extLst>
          </p:cNvPr>
          <p:cNvSpPr>
            <a:spLocks xmlns:a="http://schemas.openxmlformats.org/drawingml/2006/main" noGrp="1"/>
          </p:cNvSpPr>
          <p:nvPr/>
        </p:nvSpPr>
        <p:spPr>
          <a:xfrm xmlns:a="http://schemas.openxmlformats.org/drawingml/2006/main">
            <a:off x="876300" y="32004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736D78"/>
                </a:solidFill>
                <a:latin typeface="Arial"/>
                <a:ea typeface="Arial"/>
                <a:cs typeface="Arial"/>
              </a:defRPr>
            </a:defPPr>
            <a:lvl1pPr algn="l">
              <a:buNone/>
              <a:defRPr sz="1575" b="0">
                <a:solidFill>
                  <a:srgbClr val="736D78"/>
                </a:solidFill>
                <a:latin typeface="Arial"/>
                <a:ea typeface="Arial"/>
                <a:cs typeface="Arial"/>
              </a:defRPr>
            </a:lvl1pPr>
            <a:lvl2pPr algn="l">
              <a:buNone/>
              <a:defRPr sz="1575" b="0">
                <a:solidFill>
                  <a:srgbClr val="736D78"/>
                </a:solidFill>
                <a:latin typeface="Arial"/>
                <a:ea typeface="Arial"/>
                <a:cs typeface="Arial"/>
              </a:defRPr>
            </a:lvl2pPr>
            <a:lvl3pPr algn="l">
              <a:buNone/>
              <a:defRPr sz="1575" b="0">
                <a:solidFill>
                  <a:srgbClr val="736D78"/>
                </a:solidFill>
                <a:latin typeface="Arial"/>
                <a:ea typeface="Arial"/>
                <a:cs typeface="Arial"/>
              </a:defRPr>
            </a:lvl3pPr>
            <a:lvl4pPr algn="l">
              <a:buNone/>
              <a:defRPr sz="1575" b="0">
                <a:solidFill>
                  <a:srgbClr val="736D78"/>
                </a:solidFill>
                <a:latin typeface="Arial"/>
                <a:ea typeface="Arial"/>
                <a:cs typeface="Arial"/>
              </a:defRPr>
            </a:lvl4pPr>
            <a:lvl5pPr algn="l">
              <a:buNone/>
              <a:defRPr sz="1575" b="0">
                <a:solidFill>
                  <a:srgbClr val="736D78"/>
                </a:solidFill>
                <a:latin typeface="Arial"/>
                <a:ea typeface="Arial"/>
                <a:cs typeface="Arial"/>
              </a:defRPr>
            </a:lvl5pPr>
            <a:lvl6pPr algn="l">
              <a:buNone/>
              <a:defRPr sz="1575" b="0">
                <a:solidFill>
                  <a:srgbClr val="736D78"/>
                </a:solidFill>
                <a:latin typeface="Arial"/>
                <a:ea typeface="Arial"/>
                <a:cs typeface="Arial"/>
              </a:defRPr>
            </a:lvl6pPr>
            <a:lvl7pPr algn="l">
              <a:buNone/>
              <a:defRPr sz="1575" b="0">
                <a:solidFill>
                  <a:srgbClr val="736D78"/>
                </a:solidFill>
                <a:latin typeface="Arial"/>
                <a:ea typeface="Arial"/>
                <a:cs typeface="Arial"/>
              </a:defRPr>
            </a:lvl7pPr>
            <a:lvl8pPr algn="l">
              <a:buNone/>
              <a:defRPr sz="1575" b="0">
                <a:solidFill>
                  <a:srgbClr val="736D78"/>
                </a:solidFill>
                <a:latin typeface="Arial"/>
                <a:ea typeface="Arial"/>
                <a:cs typeface="Arial"/>
              </a:defRPr>
            </a:lvl8pPr>
            <a:lvl9pPr algn="l">
              <a:buNone/>
              <a:defRPr sz="1575" b="0">
                <a:solidFill>
                  <a:srgbClr val="736D78"/>
                </a:solidFill>
                <a:latin typeface="Arial"/>
                <a:ea typeface="Arial"/>
                <a:cs typeface="Arial"/>
              </a:defRPr>
            </a:lvl9pPr>
          </a:lstStyle>
          <a:p xmlns:a="http://schemas.openxmlformats.org/drawingml/2006/main">
            <a:pPr algn="l">
              <a:buNone/>
              <a:defRPr sz="1575" b="0">
                <a:solidFill>
                  <a:srgbClr val="736D78"/>
                </a:solidFill>
                <a:latin typeface="Arial"/>
                <a:ea typeface="Arial"/>
                <a:cs typeface="Arial"/>
              </a:defRPr>
            </a:pPr>
            <a:r>
              <a:rPr sz="1575" b="0">
                <a:solidFill>
                  <a:srgbClr val="736D78"/>
                </a:solidFill>
                <a:latin typeface="Arial"/>
                <a:ea typeface="Arial"/>
                <a:cs typeface="Arial"/>
              </a:rPr>
              <a:t>esbuild compiles the TypeScript into the browser bundle.</a:t>
            </a:r>
          </a:p>
        </p:txBody>
      </p:sp>
      <p:sp>
        <p:nvSpPr>
          <p:cNvPr id="13" name="">
            <a:extLst xmlns:a="http://schemas.openxmlformats.org/drawingml/2006/main">
              <a:ext uri="{FF2B5EF4-FFF2-40B4-BE49-F238E27FC236}">
                <a16:creationId xmlns:a16="http://schemas.microsoft.com/office/drawing/2014/main" id="{74C572FE-1375-4DCB-A11B-CDEBB81BC064}"/>
              </a:ext>
            </a:extLst>
          </p:cNvPr>
          <p:cNvSpPr>
            <a:spLocks xmlns:a="http://schemas.openxmlformats.org/drawingml/2006/main" noGrp="1"/>
          </p:cNvSpPr>
          <p:nvPr/>
        </p:nvSpPr>
        <p:spPr>
          <a:xfrm xmlns:a="http://schemas.openxmlformats.org/drawingml/2006/main">
            <a:off x="876300" y="4248150"/>
            <a:ext cx="4514850" cy="838200"/>
          </a:xfrm>
          <a:prstGeom xmlns:a="http://schemas.openxmlformats.org/drawingml/2006/main" prst="roundRect">
            <a:avLst>
              <a:gd name="adj" fmla="val 11364"/>
            </a:avLst>
          </a:prstGeom>
          <a:solidFill xmlns:a="http://schemas.openxmlformats.org/drawingml/2006/main">
            <a:srgbClr val="EEE8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3F7D1E-398D-4291-B37F-BD2B6D76111B}"/>
              </a:ext>
            </a:extLst>
          </p:cNvPr>
          <p:cNvSpPr>
            <a:spLocks xmlns:a="http://schemas.openxmlformats.org/drawingml/2006/main" noGrp="1"/>
          </p:cNvSpPr>
          <p:nvPr/>
        </p:nvSpPr>
        <p:spPr>
          <a:xfrm xmlns:a="http://schemas.openxmlformats.org/drawingml/2006/main">
            <a:off x="1123950" y="441960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603C91"/>
                </a:solidFill>
                <a:latin typeface="Arial"/>
                <a:ea typeface="Arial"/>
                <a:cs typeface="Arial"/>
              </a:defRPr>
            </a:defPPr>
            <a:lvl1pPr algn="l">
              <a:buNone/>
              <a:defRPr sz="1800" b="1">
                <a:solidFill>
                  <a:srgbClr val="603C91"/>
                </a:solidFill>
                <a:latin typeface="Arial"/>
                <a:ea typeface="Arial"/>
                <a:cs typeface="Arial"/>
              </a:defRPr>
            </a:lvl1pPr>
            <a:lvl2pPr algn="l">
              <a:buNone/>
              <a:defRPr sz="1800" b="1">
                <a:solidFill>
                  <a:srgbClr val="603C91"/>
                </a:solidFill>
                <a:latin typeface="Arial"/>
                <a:ea typeface="Arial"/>
                <a:cs typeface="Arial"/>
              </a:defRPr>
            </a:lvl2pPr>
            <a:lvl3pPr algn="l">
              <a:buNone/>
              <a:defRPr sz="1800" b="1">
                <a:solidFill>
                  <a:srgbClr val="603C91"/>
                </a:solidFill>
                <a:latin typeface="Arial"/>
                <a:ea typeface="Arial"/>
                <a:cs typeface="Arial"/>
              </a:defRPr>
            </a:lvl3pPr>
            <a:lvl4pPr algn="l">
              <a:buNone/>
              <a:defRPr sz="1800" b="1">
                <a:solidFill>
                  <a:srgbClr val="603C91"/>
                </a:solidFill>
                <a:latin typeface="Arial"/>
                <a:ea typeface="Arial"/>
                <a:cs typeface="Arial"/>
              </a:defRPr>
            </a:lvl4pPr>
            <a:lvl5pPr algn="l">
              <a:buNone/>
              <a:defRPr sz="1800" b="1">
                <a:solidFill>
                  <a:srgbClr val="603C91"/>
                </a:solidFill>
                <a:latin typeface="Arial"/>
                <a:ea typeface="Arial"/>
                <a:cs typeface="Arial"/>
              </a:defRPr>
            </a:lvl5pPr>
            <a:lvl6pPr algn="l">
              <a:buNone/>
              <a:defRPr sz="1800" b="1">
                <a:solidFill>
                  <a:srgbClr val="603C91"/>
                </a:solidFill>
                <a:latin typeface="Arial"/>
                <a:ea typeface="Arial"/>
                <a:cs typeface="Arial"/>
              </a:defRPr>
            </a:lvl6pPr>
            <a:lvl7pPr algn="l">
              <a:buNone/>
              <a:defRPr sz="1800" b="1">
                <a:solidFill>
                  <a:srgbClr val="603C91"/>
                </a:solidFill>
                <a:latin typeface="Arial"/>
                <a:ea typeface="Arial"/>
                <a:cs typeface="Arial"/>
              </a:defRPr>
            </a:lvl7pPr>
            <a:lvl8pPr algn="l">
              <a:buNone/>
              <a:defRPr sz="1800" b="1">
                <a:solidFill>
                  <a:srgbClr val="603C91"/>
                </a:solidFill>
                <a:latin typeface="Arial"/>
                <a:ea typeface="Arial"/>
                <a:cs typeface="Arial"/>
              </a:defRPr>
            </a:lvl8pPr>
            <a:lvl9pPr algn="l">
              <a:buNone/>
              <a:defRPr sz="1800" b="1">
                <a:solidFill>
                  <a:srgbClr val="603C91"/>
                </a:solidFill>
                <a:latin typeface="Arial"/>
                <a:ea typeface="Arial"/>
                <a:cs typeface="Arial"/>
              </a:defRPr>
            </a:lvl9pPr>
          </a:lstStyle>
          <a:p xmlns:a="http://schemas.openxmlformats.org/drawingml/2006/main">
            <a:pPr algn="l">
              <a:buNone/>
              <a:defRPr sz="1800" b="1">
                <a:solidFill>
                  <a:srgbClr val="603C91"/>
                </a:solidFill>
                <a:latin typeface="Arial"/>
                <a:ea typeface="Arial"/>
                <a:cs typeface="Arial"/>
              </a:defRPr>
            </a:pPr>
            <a:r>
              <a:rPr sz="1800" b="1">
                <a:solidFill>
                  <a:srgbClr val="603C91"/>
                </a:solidFill>
                <a:latin typeface="Arial"/>
                <a:ea typeface="Arial"/>
                <a:cs typeface="Arial"/>
              </a:rPr>
              <a:t>Browser</a:t>
            </a:r>
          </a:p>
        </p:txBody>
      </p:sp>
      <p:sp>
        <p:nvSpPr>
          <p:cNvPr id="15" name="">
            <a:extLst xmlns:a="http://schemas.openxmlformats.org/drawingml/2006/main">
              <a:ext uri="{FF2B5EF4-FFF2-40B4-BE49-F238E27FC236}">
                <a16:creationId xmlns:a16="http://schemas.microsoft.com/office/drawing/2014/main" id="{056D5B82-44FB-4DE8-9EE1-3964C8DF38C8}"/>
              </a:ext>
            </a:extLst>
          </p:cNvPr>
          <p:cNvSpPr>
            <a:spLocks xmlns:a="http://schemas.openxmlformats.org/drawingml/2006/main" noGrp="1"/>
          </p:cNvSpPr>
          <p:nvPr/>
        </p:nvSpPr>
        <p:spPr>
          <a:xfrm xmlns:a="http://schemas.openxmlformats.org/drawingml/2006/main">
            <a:off x="1123950" y="47910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128"/>
                </a:solidFill>
                <a:latin typeface="Arial"/>
                <a:ea typeface="Arial"/>
                <a:cs typeface="Arial"/>
              </a:defRPr>
            </a:defPPr>
            <a:lvl1pPr algn="l">
              <a:buNone/>
              <a:defRPr sz="1350" b="0">
                <a:solidFill>
                  <a:srgbClr val="242128"/>
                </a:solidFill>
                <a:latin typeface="Arial"/>
                <a:ea typeface="Arial"/>
                <a:cs typeface="Arial"/>
              </a:defRPr>
            </a:lvl1pPr>
            <a:lvl2pPr algn="l">
              <a:buNone/>
              <a:defRPr sz="1350" b="0">
                <a:solidFill>
                  <a:srgbClr val="242128"/>
                </a:solidFill>
                <a:latin typeface="Arial"/>
                <a:ea typeface="Arial"/>
                <a:cs typeface="Arial"/>
              </a:defRPr>
            </a:lvl2pPr>
            <a:lvl3pPr algn="l">
              <a:buNone/>
              <a:defRPr sz="1350" b="0">
                <a:solidFill>
                  <a:srgbClr val="242128"/>
                </a:solidFill>
                <a:latin typeface="Arial"/>
                <a:ea typeface="Arial"/>
                <a:cs typeface="Arial"/>
              </a:defRPr>
            </a:lvl3pPr>
            <a:lvl4pPr algn="l">
              <a:buNone/>
              <a:defRPr sz="1350" b="0">
                <a:solidFill>
                  <a:srgbClr val="242128"/>
                </a:solidFill>
                <a:latin typeface="Arial"/>
                <a:ea typeface="Arial"/>
                <a:cs typeface="Arial"/>
              </a:defRPr>
            </a:lvl4pPr>
            <a:lvl5pPr algn="l">
              <a:buNone/>
              <a:defRPr sz="1350" b="0">
                <a:solidFill>
                  <a:srgbClr val="242128"/>
                </a:solidFill>
                <a:latin typeface="Arial"/>
                <a:ea typeface="Arial"/>
                <a:cs typeface="Arial"/>
              </a:defRPr>
            </a:lvl5pPr>
            <a:lvl6pPr algn="l">
              <a:buNone/>
              <a:defRPr sz="1350" b="0">
                <a:solidFill>
                  <a:srgbClr val="242128"/>
                </a:solidFill>
                <a:latin typeface="Arial"/>
                <a:ea typeface="Arial"/>
                <a:cs typeface="Arial"/>
              </a:defRPr>
            </a:lvl6pPr>
            <a:lvl7pPr algn="l">
              <a:buNone/>
              <a:defRPr sz="1350" b="0">
                <a:solidFill>
                  <a:srgbClr val="242128"/>
                </a:solidFill>
                <a:latin typeface="Arial"/>
                <a:ea typeface="Arial"/>
                <a:cs typeface="Arial"/>
              </a:defRPr>
            </a:lvl7pPr>
            <a:lvl8pPr algn="l">
              <a:buNone/>
              <a:defRPr sz="1350" b="0">
                <a:solidFill>
                  <a:srgbClr val="242128"/>
                </a:solidFill>
                <a:latin typeface="Arial"/>
                <a:ea typeface="Arial"/>
                <a:cs typeface="Arial"/>
              </a:defRPr>
            </a:lvl8pPr>
            <a:lvl9pPr algn="l">
              <a:buNone/>
              <a:defRPr sz="1350" b="0">
                <a:solidFill>
                  <a:srgbClr val="242128"/>
                </a:solidFill>
                <a:latin typeface="Arial"/>
                <a:ea typeface="Arial"/>
                <a:cs typeface="Arial"/>
              </a:defRPr>
            </a:lvl9pPr>
          </a:lstStyle>
          <a:p xmlns:a="http://schemas.openxmlformats.org/drawingml/2006/main">
            <a:pPr algn="l">
              <a:buNone/>
              <a:defRPr sz="1350" b="0">
                <a:solidFill>
                  <a:srgbClr val="242128"/>
                </a:solidFill>
                <a:latin typeface="Arial"/>
                <a:ea typeface="Arial"/>
                <a:cs typeface="Arial"/>
              </a:defRPr>
            </a:pPr>
            <a:r>
              <a:rPr sz="1350" b="0">
                <a:solidFill>
                  <a:srgbClr val="242128"/>
                </a:solidFill>
                <a:latin typeface="Arial"/>
                <a:ea typeface="Arial"/>
                <a:cs typeface="Arial"/>
              </a:rPr>
              <a:t>UI + sample resource data</a:t>
            </a:r>
          </a:p>
        </p:txBody>
      </p:sp>
      <p:sp>
        <p:nvSpPr>
          <p:cNvPr id="16" name="">
            <a:extLst xmlns:a="http://schemas.openxmlformats.org/drawingml/2006/main">
              <a:ext uri="{FF2B5EF4-FFF2-40B4-BE49-F238E27FC236}">
                <a16:creationId xmlns:a16="http://schemas.microsoft.com/office/drawing/2014/main" id="{82B5586F-586E-4CDA-9907-3FEB4549FE89}"/>
              </a:ext>
            </a:extLst>
          </p:cNvPr>
          <p:cNvSpPr>
            <a:spLocks xmlns:a="http://schemas.openxmlformats.org/drawingml/2006/main" noGrp="1"/>
          </p:cNvSpPr>
          <p:nvPr/>
        </p:nvSpPr>
        <p:spPr>
          <a:xfrm xmlns:a="http://schemas.openxmlformats.org/drawingml/2006/main">
            <a:off x="5562600" y="44196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1">
                <a:solidFill>
                  <a:srgbClr val="603C91"/>
                </a:solidFill>
                <a:latin typeface="Arial"/>
                <a:ea typeface="Arial"/>
                <a:cs typeface="Arial"/>
              </a:defRPr>
            </a:defPPr>
            <a:lvl1pPr algn="ctr">
              <a:buNone/>
              <a:defRPr sz="2250" b="1">
                <a:solidFill>
                  <a:srgbClr val="603C91"/>
                </a:solidFill>
                <a:latin typeface="Arial"/>
                <a:ea typeface="Arial"/>
                <a:cs typeface="Arial"/>
              </a:defRPr>
            </a:lvl1pPr>
            <a:lvl2pPr algn="ctr">
              <a:buNone/>
              <a:defRPr sz="2250" b="1">
                <a:solidFill>
                  <a:srgbClr val="603C91"/>
                </a:solidFill>
                <a:latin typeface="Arial"/>
                <a:ea typeface="Arial"/>
                <a:cs typeface="Arial"/>
              </a:defRPr>
            </a:lvl2pPr>
            <a:lvl3pPr algn="ctr">
              <a:buNone/>
              <a:defRPr sz="2250" b="1">
                <a:solidFill>
                  <a:srgbClr val="603C91"/>
                </a:solidFill>
                <a:latin typeface="Arial"/>
                <a:ea typeface="Arial"/>
                <a:cs typeface="Arial"/>
              </a:defRPr>
            </a:lvl3pPr>
            <a:lvl4pPr algn="ctr">
              <a:buNone/>
              <a:defRPr sz="2250" b="1">
                <a:solidFill>
                  <a:srgbClr val="603C91"/>
                </a:solidFill>
                <a:latin typeface="Arial"/>
                <a:ea typeface="Arial"/>
                <a:cs typeface="Arial"/>
              </a:defRPr>
            </a:lvl4pPr>
            <a:lvl5pPr algn="ctr">
              <a:buNone/>
              <a:defRPr sz="2250" b="1">
                <a:solidFill>
                  <a:srgbClr val="603C91"/>
                </a:solidFill>
                <a:latin typeface="Arial"/>
                <a:ea typeface="Arial"/>
                <a:cs typeface="Arial"/>
              </a:defRPr>
            </a:lvl5pPr>
            <a:lvl6pPr algn="ctr">
              <a:buNone/>
              <a:defRPr sz="2250" b="1">
                <a:solidFill>
                  <a:srgbClr val="603C91"/>
                </a:solidFill>
                <a:latin typeface="Arial"/>
                <a:ea typeface="Arial"/>
                <a:cs typeface="Arial"/>
              </a:defRPr>
            </a:lvl6pPr>
            <a:lvl7pPr algn="ctr">
              <a:buNone/>
              <a:defRPr sz="2250" b="1">
                <a:solidFill>
                  <a:srgbClr val="603C91"/>
                </a:solidFill>
                <a:latin typeface="Arial"/>
                <a:ea typeface="Arial"/>
                <a:cs typeface="Arial"/>
              </a:defRPr>
            </a:lvl7pPr>
            <a:lvl8pPr algn="ctr">
              <a:buNone/>
              <a:defRPr sz="2250" b="1">
                <a:solidFill>
                  <a:srgbClr val="603C91"/>
                </a:solidFill>
                <a:latin typeface="Arial"/>
                <a:ea typeface="Arial"/>
                <a:cs typeface="Arial"/>
              </a:defRPr>
            </a:lvl8pPr>
            <a:lvl9pPr algn="ctr">
              <a:buNone/>
              <a:defRPr sz="2250" b="1">
                <a:solidFill>
                  <a:srgbClr val="603C91"/>
                </a:solidFill>
                <a:latin typeface="Arial"/>
                <a:ea typeface="Arial"/>
                <a:cs typeface="Arial"/>
              </a:defRPr>
            </a:lvl9pPr>
          </a:lstStyle>
          <a:p xmlns:a="http://schemas.openxmlformats.org/drawingml/2006/main">
            <a:pPr algn="ctr">
              <a:buNone/>
              <a:defRPr sz="2250" b="1">
                <a:solidFill>
                  <a:srgbClr val="603C91"/>
                </a:solidFill>
                <a:latin typeface="Arial"/>
                <a:ea typeface="Arial"/>
                <a:cs typeface="Arial"/>
              </a:defRPr>
            </a:pPr>
            <a:r>
              <a:rPr sz="2250" b="1">
                <a:solidFill>
                  <a:srgbClr val="603C91"/>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AEDE14CB-61A3-438D-B353-8800C0DF5F27}"/>
              </a:ext>
            </a:extLst>
          </p:cNvPr>
          <p:cNvSpPr>
            <a:spLocks xmlns:a="http://schemas.openxmlformats.org/drawingml/2006/main" noGrp="1"/>
          </p:cNvSpPr>
          <p:nvPr/>
        </p:nvSpPr>
        <p:spPr>
          <a:xfrm xmlns:a="http://schemas.openxmlformats.org/drawingml/2006/main">
            <a:off x="6286500" y="4248150"/>
            <a:ext cx="4114800" cy="838200"/>
          </a:xfrm>
          <a:prstGeom xmlns:a="http://schemas.openxmlformats.org/drawingml/2006/main" prst="roundRect">
            <a:avLst>
              <a:gd name="adj" fmla="val 11364"/>
            </a:avLst>
          </a:prstGeom>
          <a:solidFill xmlns:a="http://schemas.openxmlformats.org/drawingml/2006/main">
            <a:srgbClr val="F0EEE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8DA086B-3F3C-4088-9149-68A0EFF44548}"/>
              </a:ext>
            </a:extLst>
          </p:cNvPr>
          <p:cNvSpPr>
            <a:spLocks xmlns:a="http://schemas.openxmlformats.org/drawingml/2006/main" noGrp="1"/>
          </p:cNvSpPr>
          <p:nvPr/>
        </p:nvSpPr>
        <p:spPr>
          <a:xfrm xmlns:a="http://schemas.openxmlformats.org/drawingml/2006/main">
            <a:off x="6534150" y="44196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42128"/>
                </a:solidFill>
                <a:latin typeface="Arial"/>
                <a:ea typeface="Arial"/>
                <a:cs typeface="Arial"/>
              </a:defRPr>
            </a:defPPr>
            <a:lvl1pPr algn="l">
              <a:buNone/>
              <a:defRPr sz="1650" b="1">
                <a:solidFill>
                  <a:srgbClr val="242128"/>
                </a:solidFill>
                <a:latin typeface="Arial"/>
                <a:ea typeface="Arial"/>
                <a:cs typeface="Arial"/>
              </a:defRPr>
            </a:lvl1pPr>
            <a:lvl2pPr algn="l">
              <a:buNone/>
              <a:defRPr sz="1650" b="1">
                <a:solidFill>
                  <a:srgbClr val="242128"/>
                </a:solidFill>
                <a:latin typeface="Arial"/>
                <a:ea typeface="Arial"/>
                <a:cs typeface="Arial"/>
              </a:defRPr>
            </a:lvl2pPr>
            <a:lvl3pPr algn="l">
              <a:buNone/>
              <a:defRPr sz="1650" b="1">
                <a:solidFill>
                  <a:srgbClr val="242128"/>
                </a:solidFill>
                <a:latin typeface="Arial"/>
                <a:ea typeface="Arial"/>
                <a:cs typeface="Arial"/>
              </a:defRPr>
            </a:lvl3pPr>
            <a:lvl4pPr algn="l">
              <a:buNone/>
              <a:defRPr sz="1650" b="1">
                <a:solidFill>
                  <a:srgbClr val="242128"/>
                </a:solidFill>
                <a:latin typeface="Arial"/>
                <a:ea typeface="Arial"/>
                <a:cs typeface="Arial"/>
              </a:defRPr>
            </a:lvl4pPr>
            <a:lvl5pPr algn="l">
              <a:buNone/>
              <a:defRPr sz="1650" b="1">
                <a:solidFill>
                  <a:srgbClr val="242128"/>
                </a:solidFill>
                <a:latin typeface="Arial"/>
                <a:ea typeface="Arial"/>
                <a:cs typeface="Arial"/>
              </a:defRPr>
            </a:lvl5pPr>
            <a:lvl6pPr algn="l">
              <a:buNone/>
              <a:defRPr sz="1650" b="1">
                <a:solidFill>
                  <a:srgbClr val="242128"/>
                </a:solidFill>
                <a:latin typeface="Arial"/>
                <a:ea typeface="Arial"/>
                <a:cs typeface="Arial"/>
              </a:defRPr>
            </a:lvl6pPr>
            <a:lvl7pPr algn="l">
              <a:buNone/>
              <a:defRPr sz="1650" b="1">
                <a:solidFill>
                  <a:srgbClr val="242128"/>
                </a:solidFill>
                <a:latin typeface="Arial"/>
                <a:ea typeface="Arial"/>
                <a:cs typeface="Arial"/>
              </a:defRPr>
            </a:lvl7pPr>
            <a:lvl8pPr algn="l">
              <a:buNone/>
              <a:defRPr sz="1650" b="1">
                <a:solidFill>
                  <a:srgbClr val="242128"/>
                </a:solidFill>
                <a:latin typeface="Arial"/>
                <a:ea typeface="Arial"/>
                <a:cs typeface="Arial"/>
              </a:defRPr>
            </a:lvl8pPr>
            <a:lvl9pPr algn="l">
              <a:buNone/>
              <a:defRPr sz="1650" b="1">
                <a:solidFill>
                  <a:srgbClr val="242128"/>
                </a:solidFill>
                <a:latin typeface="Arial"/>
                <a:ea typeface="Arial"/>
                <a:cs typeface="Arial"/>
              </a:defRPr>
            </a:lvl9pPr>
          </a:lstStyle>
          <a:p xmlns:a="http://schemas.openxmlformats.org/drawingml/2006/main">
            <a:pPr algn="l">
              <a:buNone/>
              <a:defRPr sz="1650" b="1">
                <a:solidFill>
                  <a:srgbClr val="242128"/>
                </a:solidFill>
                <a:latin typeface="Arial"/>
                <a:ea typeface="Arial"/>
                <a:cs typeface="Arial"/>
              </a:defRPr>
            </a:pPr>
            <a:r>
              <a:rPr sz="1650" b="1">
                <a:solidFill>
                  <a:srgbClr val="242128"/>
                </a:solidFill>
                <a:latin typeface="Arial"/>
                <a:ea typeface="Arial"/>
                <a:cs typeface="Arial"/>
              </a:rPr>
              <a:t>This browser only</a:t>
            </a:r>
          </a:p>
        </p:txBody>
      </p:sp>
      <p:sp>
        <p:nvSpPr>
          <p:cNvPr id="19" name="">
            <a:extLst xmlns:a="http://schemas.openxmlformats.org/drawingml/2006/main">
              <a:ext uri="{FF2B5EF4-FFF2-40B4-BE49-F238E27FC236}">
                <a16:creationId xmlns:a16="http://schemas.microsoft.com/office/drawing/2014/main" id="{90CE5ECA-5EA0-424B-8983-C347EA48AAC3}"/>
              </a:ext>
            </a:extLst>
          </p:cNvPr>
          <p:cNvSpPr>
            <a:spLocks xmlns:a="http://schemas.openxmlformats.org/drawingml/2006/main" noGrp="1"/>
          </p:cNvSpPr>
          <p:nvPr/>
        </p:nvSpPr>
        <p:spPr>
          <a:xfrm xmlns:a="http://schemas.openxmlformats.org/drawingml/2006/main">
            <a:off x="6534150" y="47910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buNone/>
              <a:defRPr sz="1350" b="0">
                <a:solidFill>
                  <a:srgbClr val="736D78"/>
                </a:solidFill>
                <a:latin typeface="Arial"/>
                <a:ea typeface="Arial"/>
                <a:cs typeface="Arial"/>
              </a:defRPr>
            </a:lvl1pPr>
            <a:lvl2pPr algn="l">
              <a:buNone/>
              <a:defRPr sz="1350" b="0">
                <a:solidFill>
                  <a:srgbClr val="736D78"/>
                </a:solidFill>
                <a:latin typeface="Arial"/>
                <a:ea typeface="Arial"/>
                <a:cs typeface="Arial"/>
              </a:defRPr>
            </a:lvl2pPr>
            <a:lvl3pPr algn="l">
              <a:buNone/>
              <a:defRPr sz="1350" b="0">
                <a:solidFill>
                  <a:srgbClr val="736D78"/>
                </a:solidFill>
                <a:latin typeface="Arial"/>
                <a:ea typeface="Arial"/>
                <a:cs typeface="Arial"/>
              </a:defRPr>
            </a:lvl3pPr>
            <a:lvl4pPr algn="l">
              <a:buNone/>
              <a:defRPr sz="1350" b="0">
                <a:solidFill>
                  <a:srgbClr val="736D78"/>
                </a:solidFill>
                <a:latin typeface="Arial"/>
                <a:ea typeface="Arial"/>
                <a:cs typeface="Arial"/>
              </a:defRPr>
            </a:lvl4pPr>
            <a:lvl5pPr algn="l">
              <a:buNone/>
              <a:defRPr sz="1350" b="0">
                <a:solidFill>
                  <a:srgbClr val="736D78"/>
                </a:solidFill>
                <a:latin typeface="Arial"/>
                <a:ea typeface="Arial"/>
                <a:cs typeface="Arial"/>
              </a:defRPr>
            </a:lvl5pPr>
            <a:lvl6pPr algn="l">
              <a:buNone/>
              <a:defRPr sz="1350" b="0">
                <a:solidFill>
                  <a:srgbClr val="736D78"/>
                </a:solidFill>
                <a:latin typeface="Arial"/>
                <a:ea typeface="Arial"/>
                <a:cs typeface="Arial"/>
              </a:defRPr>
            </a:lvl6pPr>
            <a:lvl7pPr algn="l">
              <a:buNone/>
              <a:defRPr sz="1350" b="0">
                <a:solidFill>
                  <a:srgbClr val="736D78"/>
                </a:solidFill>
                <a:latin typeface="Arial"/>
                <a:ea typeface="Arial"/>
                <a:cs typeface="Arial"/>
              </a:defRPr>
            </a:lvl7pPr>
            <a:lvl8pPr algn="l">
              <a:buNone/>
              <a:defRPr sz="1350" b="0">
                <a:solidFill>
                  <a:srgbClr val="736D78"/>
                </a:solidFill>
                <a:latin typeface="Arial"/>
                <a:ea typeface="Arial"/>
                <a:cs typeface="Arial"/>
              </a:defRPr>
            </a:lvl8pPr>
            <a:lvl9pPr algn="l">
              <a:buNone/>
              <a:defRPr sz="1350" b="0">
                <a:solidFill>
                  <a:srgbClr val="736D78"/>
                </a:solidFill>
                <a:latin typeface="Arial"/>
                <a:ea typeface="Arial"/>
                <a:cs typeface="Arial"/>
              </a:defRPr>
            </a:lvl9pPr>
          </a:lstStyle>
          <a:p xmlns:a="http://schemas.openxmlformats.org/drawingml/2006/main">
            <a:pPr algn="l">
              <a:buNone/>
              <a:defRPr sz="1350" b="0">
                <a:solidFill>
                  <a:srgbClr val="736D78"/>
                </a:solidFill>
                <a:latin typeface="Arial"/>
                <a:ea typeface="Arial"/>
                <a:cs typeface="Arial"/>
              </a:defRPr>
            </a:pPr>
            <a:r>
              <a:rPr sz="1350" b="0">
                <a:solidFill>
                  <a:srgbClr val="736D78"/>
                </a:solidFill>
                <a:latin typeface="Arial"/>
                <a:ea typeface="Arial"/>
                <a:cs typeface="Arial"/>
              </a:rPr>
              <a:t>Bookmarks · theme · report log</a:t>
            </a:r>
          </a:p>
        </p:txBody>
      </p:sp>
      <p:sp>
        <p:nvSpPr>
          <p:cNvPr id="20" name="">
            <a:extLst xmlns:a="http://schemas.openxmlformats.org/drawingml/2006/main">
              <a:ext uri="{FF2B5EF4-FFF2-40B4-BE49-F238E27FC236}">
                <a16:creationId xmlns:a16="http://schemas.microsoft.com/office/drawing/2014/main" id="{53A3F48E-FA3D-4338-8B4E-14311BCD2BA7}"/>
              </a:ext>
            </a:extLst>
          </p:cNvPr>
          <p:cNvSpPr>
            <a:spLocks xmlns:a="http://schemas.openxmlformats.org/drawingml/2006/main" noGrp="1"/>
          </p:cNvSpPr>
          <p:nvPr/>
        </p:nvSpPr>
        <p:spPr>
          <a:xfrm xmlns:a="http://schemas.openxmlformats.org/drawingml/2006/main">
            <a:off x="876300" y="55245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42128"/>
                </a:solidFill>
                <a:latin typeface="Arial"/>
                <a:ea typeface="Arial"/>
                <a:cs typeface="Arial"/>
              </a:defRPr>
            </a:defPPr>
            <a:lvl1pPr algn="l">
              <a:buNone/>
              <a:defRPr sz="1500" b="1">
                <a:solidFill>
                  <a:srgbClr val="242128"/>
                </a:solidFill>
                <a:latin typeface="Arial"/>
                <a:ea typeface="Arial"/>
                <a:cs typeface="Arial"/>
              </a:defRPr>
            </a:lvl1pPr>
            <a:lvl2pPr algn="l">
              <a:buNone/>
              <a:defRPr sz="1500" b="1">
                <a:solidFill>
                  <a:srgbClr val="242128"/>
                </a:solidFill>
                <a:latin typeface="Arial"/>
                <a:ea typeface="Arial"/>
                <a:cs typeface="Arial"/>
              </a:defRPr>
            </a:lvl2pPr>
            <a:lvl3pPr algn="l">
              <a:buNone/>
              <a:defRPr sz="1500" b="1">
                <a:solidFill>
                  <a:srgbClr val="242128"/>
                </a:solidFill>
                <a:latin typeface="Arial"/>
                <a:ea typeface="Arial"/>
                <a:cs typeface="Arial"/>
              </a:defRPr>
            </a:lvl3pPr>
            <a:lvl4pPr algn="l">
              <a:buNone/>
              <a:defRPr sz="1500" b="1">
                <a:solidFill>
                  <a:srgbClr val="242128"/>
                </a:solidFill>
                <a:latin typeface="Arial"/>
                <a:ea typeface="Arial"/>
                <a:cs typeface="Arial"/>
              </a:defRPr>
            </a:lvl4pPr>
            <a:lvl5pPr algn="l">
              <a:buNone/>
              <a:defRPr sz="1500" b="1">
                <a:solidFill>
                  <a:srgbClr val="242128"/>
                </a:solidFill>
                <a:latin typeface="Arial"/>
                <a:ea typeface="Arial"/>
                <a:cs typeface="Arial"/>
              </a:defRPr>
            </a:lvl5pPr>
            <a:lvl6pPr algn="l">
              <a:buNone/>
              <a:defRPr sz="1500" b="1">
                <a:solidFill>
                  <a:srgbClr val="242128"/>
                </a:solidFill>
                <a:latin typeface="Arial"/>
                <a:ea typeface="Arial"/>
                <a:cs typeface="Arial"/>
              </a:defRPr>
            </a:lvl6pPr>
            <a:lvl7pPr algn="l">
              <a:buNone/>
              <a:defRPr sz="1500" b="1">
                <a:solidFill>
                  <a:srgbClr val="242128"/>
                </a:solidFill>
                <a:latin typeface="Arial"/>
                <a:ea typeface="Arial"/>
                <a:cs typeface="Arial"/>
              </a:defRPr>
            </a:lvl7pPr>
            <a:lvl8pPr algn="l">
              <a:buNone/>
              <a:defRPr sz="1500" b="1">
                <a:solidFill>
                  <a:srgbClr val="242128"/>
                </a:solidFill>
                <a:latin typeface="Arial"/>
                <a:ea typeface="Arial"/>
                <a:cs typeface="Arial"/>
              </a:defRPr>
            </a:lvl8pPr>
            <a:lvl9pPr algn="l">
              <a:buNone/>
              <a:defRPr sz="1500" b="1">
                <a:solidFill>
                  <a:srgbClr val="242128"/>
                </a:solidFill>
                <a:latin typeface="Arial"/>
                <a:ea typeface="Arial"/>
                <a:cs typeface="Arial"/>
              </a:defRPr>
            </a:lvl9pPr>
          </a:lstStyle>
          <a:p xmlns:a="http://schemas.openxmlformats.org/drawingml/2006/main">
            <a:pPr algn="l">
              <a:buNone/>
              <a:defRPr sz="1500" b="1">
                <a:solidFill>
                  <a:srgbClr val="242128"/>
                </a:solidFill>
                <a:latin typeface="Arial"/>
                <a:ea typeface="Arial"/>
                <a:cs typeface="Arial"/>
              </a:defRPr>
            </a:pPr>
            <a:r>
              <a:rPr sz="1500" b="1">
                <a:solidFill>
                  <a:srgbClr val="242128"/>
                </a:solidFill>
                <a:latin typeface="Arial"/>
                <a:ea typeface="Arial"/>
                <a:cs typeface="Arial"/>
              </a:rPr>
              <a:t>No React · no UI libraries · no database · no API connection</a:t>
            </a:r>
          </a:p>
        </p:txBody>
      </p:sp>
    </p:spTree>
    <p:extLst>
      <p:ext uri="{BB962C8B-B14F-4D97-AF65-F5344CB8AC3E}">
        <p14:creationId xmlns:p14="http://schemas.microsoft.com/office/powerpoint/2010/main" val="1737280132"/>
      </p:ext>
    </p:extLst>
  </p:cSld>
</p:sld>
</file>

<file path=ppt/slides/slide7.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3FD9F-3528-4062-B81D-A79048CAA26C}"/>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PRESENTATION DEMO</a:t>
            </a:r>
          </a:p>
        </p:txBody>
      </p:sp>
      <p:sp>
        <p:nvSpPr>
          <p:cNvPr id="2" name="">
            <a:extLst xmlns:a="http://schemas.openxmlformats.org/drawingml/2006/main">
              <a:ext uri="{FF2B5EF4-FFF2-40B4-BE49-F238E27FC236}">
                <a16:creationId xmlns:a16="http://schemas.microsoft.com/office/drawing/2014/main" id="{5C92649B-ED75-44CD-B442-D2409B80509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0B7D06B7-1038-494A-ACB7-FA9A958C70E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7246466D-5056-47D9-98A7-62067E6C9601}"/>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46DA85-B2AF-45B6-86F1-B885973BA2B2}"/>
              </a:ext>
            </a:extLst>
          </p:cNvPr>
          <p:cNvSpPr>
            <a:spLocks xmlns:a="http://schemas.openxmlformats.org/drawingml/2006/main" noGrp="1"/>
          </p:cNvSpPr>
          <p:nvPr/>
        </p:nvSpPr>
        <p:spPr>
          <a:xfrm xmlns:a="http://schemas.openxmlformats.org/drawingml/2006/main">
            <a:off x="742950" y="8953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42128"/>
                </a:solidFill>
                <a:latin typeface="Arial"/>
                <a:ea typeface="Arial"/>
                <a:cs typeface="Arial"/>
              </a:defRPr>
            </a:defPPr>
            <a:lvl1pPr algn="l">
              <a:buNone/>
              <a:defRPr sz="3300" b="1">
                <a:solidFill>
                  <a:srgbClr val="242128"/>
                </a:solidFill>
                <a:latin typeface="Arial"/>
                <a:ea typeface="Arial"/>
                <a:cs typeface="Arial"/>
              </a:defRPr>
            </a:lvl1pPr>
            <a:lvl2pPr algn="l">
              <a:buNone/>
              <a:defRPr sz="3300" b="1">
                <a:solidFill>
                  <a:srgbClr val="242128"/>
                </a:solidFill>
                <a:latin typeface="Arial"/>
                <a:ea typeface="Arial"/>
                <a:cs typeface="Arial"/>
              </a:defRPr>
            </a:lvl2pPr>
            <a:lvl3pPr algn="l">
              <a:buNone/>
              <a:defRPr sz="3300" b="1">
                <a:solidFill>
                  <a:srgbClr val="242128"/>
                </a:solidFill>
                <a:latin typeface="Arial"/>
                <a:ea typeface="Arial"/>
                <a:cs typeface="Arial"/>
              </a:defRPr>
            </a:lvl3pPr>
            <a:lvl4pPr algn="l">
              <a:buNone/>
              <a:defRPr sz="3300" b="1">
                <a:solidFill>
                  <a:srgbClr val="242128"/>
                </a:solidFill>
                <a:latin typeface="Arial"/>
                <a:ea typeface="Arial"/>
                <a:cs typeface="Arial"/>
              </a:defRPr>
            </a:lvl4pPr>
            <a:lvl5pPr algn="l">
              <a:buNone/>
              <a:defRPr sz="3300" b="1">
                <a:solidFill>
                  <a:srgbClr val="242128"/>
                </a:solidFill>
                <a:latin typeface="Arial"/>
                <a:ea typeface="Arial"/>
                <a:cs typeface="Arial"/>
              </a:defRPr>
            </a:lvl5pPr>
            <a:lvl6pPr algn="l">
              <a:buNone/>
              <a:defRPr sz="3300" b="1">
                <a:solidFill>
                  <a:srgbClr val="242128"/>
                </a:solidFill>
                <a:latin typeface="Arial"/>
                <a:ea typeface="Arial"/>
                <a:cs typeface="Arial"/>
              </a:defRPr>
            </a:lvl6pPr>
            <a:lvl7pPr algn="l">
              <a:buNone/>
              <a:defRPr sz="3300" b="1">
                <a:solidFill>
                  <a:srgbClr val="242128"/>
                </a:solidFill>
                <a:latin typeface="Arial"/>
                <a:ea typeface="Arial"/>
                <a:cs typeface="Arial"/>
              </a:defRPr>
            </a:lvl7pPr>
            <a:lvl8pPr algn="l">
              <a:buNone/>
              <a:defRPr sz="3300" b="1">
                <a:solidFill>
                  <a:srgbClr val="242128"/>
                </a:solidFill>
                <a:latin typeface="Arial"/>
                <a:ea typeface="Arial"/>
                <a:cs typeface="Arial"/>
              </a:defRPr>
            </a:lvl8pPr>
            <a:lvl9pPr algn="l">
              <a:buNone/>
              <a:defRPr sz="3300" b="1">
                <a:solidFill>
                  <a:srgbClr val="242128"/>
                </a:solidFill>
                <a:latin typeface="Arial"/>
                <a:ea typeface="Arial"/>
                <a:cs typeface="Arial"/>
              </a:defRPr>
            </a:lvl9pPr>
          </a:lstStyle>
          <a:p xmlns:a="http://schemas.openxmlformats.org/drawingml/2006/main">
            <a:pPr algn="l">
              <a:buNone/>
              <a:defRPr sz="3300" b="1">
                <a:solidFill>
                  <a:srgbClr val="242128"/>
                </a:solidFill>
                <a:latin typeface="Arial"/>
                <a:ea typeface="Arial"/>
                <a:cs typeface="Arial"/>
              </a:defRPr>
            </a:pPr>
            <a:r>
              <a:rPr sz="3300" b="1">
                <a:solidFill>
                  <a:srgbClr val="242128"/>
                </a:solidFill>
                <a:latin typeface="Arial"/>
                <a:ea typeface="Arial"/>
                <a:cs typeface="Arial"/>
              </a:rPr>
              <a:t>A short path through the app</a:t>
            </a:r>
          </a:p>
        </p:txBody>
      </p:sp>
      <p:sp>
        <p:nvSpPr>
          <p:cNvPr id="6" name="">
            <a:extLst xmlns:a="http://schemas.openxmlformats.org/drawingml/2006/main">
              <a:ext uri="{FF2B5EF4-FFF2-40B4-BE49-F238E27FC236}">
                <a16:creationId xmlns:a16="http://schemas.microsoft.com/office/drawing/2014/main" id="{B10D6564-BFB7-4055-8899-77D6255B1025}"/>
              </a:ext>
            </a:extLst>
          </p:cNvPr>
          <p:cNvSpPr>
            <a:spLocks xmlns:a="http://schemas.openxmlformats.org/drawingml/2006/main" noGrp="1"/>
          </p:cNvSpPr>
          <p:nvPr/>
        </p:nvSpPr>
        <p:spPr>
          <a:xfrm xmlns:a="http://schemas.openxmlformats.org/drawingml/2006/main">
            <a:off x="838200" y="19431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buNone/>
              <a:defRPr sz="1650" b="1">
                <a:solidFill>
                  <a:srgbClr val="603C91"/>
                </a:solidFill>
                <a:latin typeface="Arial"/>
                <a:ea typeface="Arial"/>
                <a:cs typeface="Arial"/>
              </a:defRPr>
            </a:lvl1pPr>
            <a:lvl2pPr algn="l">
              <a:buNone/>
              <a:defRPr sz="1650" b="1">
                <a:solidFill>
                  <a:srgbClr val="603C91"/>
                </a:solidFill>
                <a:latin typeface="Arial"/>
                <a:ea typeface="Arial"/>
                <a:cs typeface="Arial"/>
              </a:defRPr>
            </a:lvl2pPr>
            <a:lvl3pPr algn="l">
              <a:buNone/>
              <a:defRPr sz="1650" b="1">
                <a:solidFill>
                  <a:srgbClr val="603C91"/>
                </a:solidFill>
                <a:latin typeface="Arial"/>
                <a:ea typeface="Arial"/>
                <a:cs typeface="Arial"/>
              </a:defRPr>
            </a:lvl3pPr>
            <a:lvl4pPr algn="l">
              <a:buNone/>
              <a:defRPr sz="1650" b="1">
                <a:solidFill>
                  <a:srgbClr val="603C91"/>
                </a:solidFill>
                <a:latin typeface="Arial"/>
                <a:ea typeface="Arial"/>
                <a:cs typeface="Arial"/>
              </a:defRPr>
            </a:lvl4pPr>
            <a:lvl5pPr algn="l">
              <a:buNone/>
              <a:defRPr sz="1650" b="1">
                <a:solidFill>
                  <a:srgbClr val="603C91"/>
                </a:solidFill>
                <a:latin typeface="Arial"/>
                <a:ea typeface="Arial"/>
                <a:cs typeface="Arial"/>
              </a:defRPr>
            </a:lvl5pPr>
            <a:lvl6pPr algn="l">
              <a:buNone/>
              <a:defRPr sz="1650" b="1">
                <a:solidFill>
                  <a:srgbClr val="603C91"/>
                </a:solidFill>
                <a:latin typeface="Arial"/>
                <a:ea typeface="Arial"/>
                <a:cs typeface="Arial"/>
              </a:defRPr>
            </a:lvl6pPr>
            <a:lvl7pPr algn="l">
              <a:buNone/>
              <a:defRPr sz="1650" b="1">
                <a:solidFill>
                  <a:srgbClr val="603C91"/>
                </a:solidFill>
                <a:latin typeface="Arial"/>
                <a:ea typeface="Arial"/>
                <a:cs typeface="Arial"/>
              </a:defRPr>
            </a:lvl7pPr>
            <a:lvl8pPr algn="l">
              <a:buNone/>
              <a:defRPr sz="1650" b="1">
                <a:solidFill>
                  <a:srgbClr val="603C91"/>
                </a:solidFill>
                <a:latin typeface="Arial"/>
                <a:ea typeface="Arial"/>
                <a:cs typeface="Arial"/>
              </a:defRPr>
            </a:lvl8pPr>
            <a:lvl9pPr algn="l">
              <a:buNone/>
              <a:defRPr sz="1650" b="1">
                <a:solidFill>
                  <a:srgbClr val="603C91"/>
                </a:solidFill>
                <a:latin typeface="Arial"/>
                <a:ea typeface="Arial"/>
                <a:cs typeface="Arial"/>
              </a:defRPr>
            </a:lvl9pPr>
          </a:lstStyle>
          <a:p xmlns:a="http://schemas.openxmlformats.org/drawingml/2006/main">
            <a:pPr algn="l">
              <a:buNone/>
              <a:defRPr sz="1650" b="1">
                <a:solidFill>
                  <a:srgbClr val="603C91"/>
                </a:solidFill>
                <a:latin typeface="Arial"/>
                <a:ea typeface="Arial"/>
                <a:cs typeface="Arial"/>
              </a:defRPr>
            </a:pPr>
            <a:r>
              <a:rPr sz="1650" b="1">
                <a:solidFill>
                  <a:srgbClr val="603C91"/>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BCD3BE8-5C32-4BB3-A77D-97B051305F34}"/>
              </a:ext>
            </a:extLst>
          </p:cNvPr>
          <p:cNvSpPr>
            <a:spLocks xmlns:a="http://schemas.openxmlformats.org/drawingml/2006/main" noGrp="1"/>
          </p:cNvSpPr>
          <p:nvPr/>
        </p:nvSpPr>
        <p:spPr>
          <a:xfrm xmlns:a="http://schemas.openxmlformats.org/drawingml/2006/main">
            <a:off x="1485900" y="19431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Search “tutoring” and choose a suggestion</a:t>
            </a:r>
          </a:p>
        </p:txBody>
      </p:sp>
      <p:sp>
        <p:nvSpPr>
          <p:cNvPr id="8" name="">
            <a:extLst xmlns:a="http://schemas.openxmlformats.org/drawingml/2006/main">
              <a:ext uri="{FF2B5EF4-FFF2-40B4-BE49-F238E27FC236}">
                <a16:creationId xmlns:a16="http://schemas.microsoft.com/office/drawing/2014/main" id="{7E5A501A-8DA5-4136-AFF9-701BB38E9F5E}"/>
              </a:ext>
            </a:extLst>
          </p:cNvPr>
          <p:cNvSpPr>
            <a:spLocks xmlns:a="http://schemas.openxmlformats.org/drawingml/2006/main" noGrp="1"/>
          </p:cNvSpPr>
          <p:nvPr/>
        </p:nvSpPr>
        <p:spPr>
          <a:xfrm xmlns:a="http://schemas.openxmlformats.org/drawingml/2006/main">
            <a:off x="1485900" y="24574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9" name="">
            <a:extLst xmlns:a="http://schemas.openxmlformats.org/drawingml/2006/main">
              <a:ext uri="{FF2B5EF4-FFF2-40B4-BE49-F238E27FC236}">
                <a16:creationId xmlns:a16="http://schemas.microsoft.com/office/drawing/2014/main" id="{E57312C0-F091-4A5F-841A-9381AA4C7451}"/>
              </a:ext>
            </a:extLst>
          </p:cNvPr>
          <p:cNvSpPr>
            <a:spLocks xmlns:a="http://schemas.openxmlformats.org/drawingml/2006/main" noGrp="1"/>
          </p:cNvSpPr>
          <p:nvPr/>
        </p:nvSpPr>
        <p:spPr>
          <a:xfrm xmlns:a="http://schemas.openxmlformats.org/drawingml/2006/main">
            <a:off x="838200" y="26670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buNone/>
              <a:defRPr sz="1650" b="1">
                <a:solidFill>
                  <a:srgbClr val="603C91"/>
                </a:solidFill>
                <a:latin typeface="Arial"/>
                <a:ea typeface="Arial"/>
                <a:cs typeface="Arial"/>
              </a:defRPr>
            </a:lvl1pPr>
            <a:lvl2pPr algn="l">
              <a:buNone/>
              <a:defRPr sz="1650" b="1">
                <a:solidFill>
                  <a:srgbClr val="603C91"/>
                </a:solidFill>
                <a:latin typeface="Arial"/>
                <a:ea typeface="Arial"/>
                <a:cs typeface="Arial"/>
              </a:defRPr>
            </a:lvl2pPr>
            <a:lvl3pPr algn="l">
              <a:buNone/>
              <a:defRPr sz="1650" b="1">
                <a:solidFill>
                  <a:srgbClr val="603C91"/>
                </a:solidFill>
                <a:latin typeface="Arial"/>
                <a:ea typeface="Arial"/>
                <a:cs typeface="Arial"/>
              </a:defRPr>
            </a:lvl3pPr>
            <a:lvl4pPr algn="l">
              <a:buNone/>
              <a:defRPr sz="1650" b="1">
                <a:solidFill>
                  <a:srgbClr val="603C91"/>
                </a:solidFill>
                <a:latin typeface="Arial"/>
                <a:ea typeface="Arial"/>
                <a:cs typeface="Arial"/>
              </a:defRPr>
            </a:lvl4pPr>
            <a:lvl5pPr algn="l">
              <a:buNone/>
              <a:defRPr sz="1650" b="1">
                <a:solidFill>
                  <a:srgbClr val="603C91"/>
                </a:solidFill>
                <a:latin typeface="Arial"/>
                <a:ea typeface="Arial"/>
                <a:cs typeface="Arial"/>
              </a:defRPr>
            </a:lvl5pPr>
            <a:lvl6pPr algn="l">
              <a:buNone/>
              <a:defRPr sz="1650" b="1">
                <a:solidFill>
                  <a:srgbClr val="603C91"/>
                </a:solidFill>
                <a:latin typeface="Arial"/>
                <a:ea typeface="Arial"/>
                <a:cs typeface="Arial"/>
              </a:defRPr>
            </a:lvl6pPr>
            <a:lvl7pPr algn="l">
              <a:buNone/>
              <a:defRPr sz="1650" b="1">
                <a:solidFill>
                  <a:srgbClr val="603C91"/>
                </a:solidFill>
                <a:latin typeface="Arial"/>
                <a:ea typeface="Arial"/>
                <a:cs typeface="Arial"/>
              </a:defRPr>
            </a:lvl7pPr>
            <a:lvl8pPr algn="l">
              <a:buNone/>
              <a:defRPr sz="1650" b="1">
                <a:solidFill>
                  <a:srgbClr val="603C91"/>
                </a:solidFill>
                <a:latin typeface="Arial"/>
                <a:ea typeface="Arial"/>
                <a:cs typeface="Arial"/>
              </a:defRPr>
            </a:lvl8pPr>
            <a:lvl9pPr algn="l">
              <a:buNone/>
              <a:defRPr sz="1650" b="1">
                <a:solidFill>
                  <a:srgbClr val="603C91"/>
                </a:solidFill>
                <a:latin typeface="Arial"/>
                <a:ea typeface="Arial"/>
                <a:cs typeface="Arial"/>
              </a:defRPr>
            </a:lvl9pPr>
          </a:lstStyle>
          <a:p xmlns:a="http://schemas.openxmlformats.org/drawingml/2006/main">
            <a:pPr algn="l">
              <a:buNone/>
              <a:defRPr sz="1650" b="1">
                <a:solidFill>
                  <a:srgbClr val="603C91"/>
                </a:solidFill>
                <a:latin typeface="Arial"/>
                <a:ea typeface="Arial"/>
                <a:cs typeface="Arial"/>
              </a:defRPr>
            </a:pPr>
            <a:r>
              <a:rPr sz="1650" b="1">
                <a:solidFill>
                  <a:srgbClr val="603C9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732F1B01-1CAD-495A-8231-D13019FD3C1A}"/>
              </a:ext>
            </a:extLst>
          </p:cNvPr>
          <p:cNvSpPr>
            <a:spLocks xmlns:a="http://schemas.openxmlformats.org/drawingml/2006/main" noGrp="1"/>
          </p:cNvSpPr>
          <p:nvPr/>
        </p:nvSpPr>
        <p:spPr>
          <a:xfrm xmlns:a="http://schemas.openxmlformats.org/drawingml/2006/main">
            <a:off x="1485900" y="26670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Open weekly hours and check the current status</a:t>
            </a:r>
          </a:p>
        </p:txBody>
      </p:sp>
      <p:sp>
        <p:nvSpPr>
          <p:cNvPr id="11" name="">
            <a:extLst xmlns:a="http://schemas.openxmlformats.org/drawingml/2006/main">
              <a:ext uri="{FF2B5EF4-FFF2-40B4-BE49-F238E27FC236}">
                <a16:creationId xmlns:a16="http://schemas.microsoft.com/office/drawing/2014/main" id="{02D352B5-F06B-493E-8C7A-26FD43E2BD8A}"/>
              </a:ext>
            </a:extLst>
          </p:cNvPr>
          <p:cNvSpPr>
            <a:spLocks xmlns:a="http://schemas.openxmlformats.org/drawingml/2006/main" noGrp="1"/>
          </p:cNvSpPr>
          <p:nvPr/>
        </p:nvSpPr>
        <p:spPr>
          <a:xfrm xmlns:a="http://schemas.openxmlformats.org/drawingml/2006/main">
            <a:off x="1485900" y="31813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2" name="">
            <a:extLst xmlns:a="http://schemas.openxmlformats.org/drawingml/2006/main">
              <a:ext uri="{FF2B5EF4-FFF2-40B4-BE49-F238E27FC236}">
                <a16:creationId xmlns:a16="http://schemas.microsoft.com/office/drawing/2014/main" id="{877BFDF8-23AF-4358-A892-6522A952737E}"/>
              </a:ext>
            </a:extLst>
          </p:cNvPr>
          <p:cNvSpPr>
            <a:spLocks xmlns:a="http://schemas.openxmlformats.org/drawingml/2006/main" noGrp="1"/>
          </p:cNvSpPr>
          <p:nvPr/>
        </p:nvSpPr>
        <p:spPr>
          <a:xfrm xmlns:a="http://schemas.openxmlformats.org/drawingml/2006/main">
            <a:off x="838200" y="33909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buNone/>
              <a:defRPr sz="1650" b="1">
                <a:solidFill>
                  <a:srgbClr val="603C91"/>
                </a:solidFill>
                <a:latin typeface="Arial"/>
                <a:ea typeface="Arial"/>
                <a:cs typeface="Arial"/>
              </a:defRPr>
            </a:lvl1pPr>
            <a:lvl2pPr algn="l">
              <a:buNone/>
              <a:defRPr sz="1650" b="1">
                <a:solidFill>
                  <a:srgbClr val="603C91"/>
                </a:solidFill>
                <a:latin typeface="Arial"/>
                <a:ea typeface="Arial"/>
                <a:cs typeface="Arial"/>
              </a:defRPr>
            </a:lvl2pPr>
            <a:lvl3pPr algn="l">
              <a:buNone/>
              <a:defRPr sz="1650" b="1">
                <a:solidFill>
                  <a:srgbClr val="603C91"/>
                </a:solidFill>
                <a:latin typeface="Arial"/>
                <a:ea typeface="Arial"/>
                <a:cs typeface="Arial"/>
              </a:defRPr>
            </a:lvl3pPr>
            <a:lvl4pPr algn="l">
              <a:buNone/>
              <a:defRPr sz="1650" b="1">
                <a:solidFill>
                  <a:srgbClr val="603C91"/>
                </a:solidFill>
                <a:latin typeface="Arial"/>
                <a:ea typeface="Arial"/>
                <a:cs typeface="Arial"/>
              </a:defRPr>
            </a:lvl4pPr>
            <a:lvl5pPr algn="l">
              <a:buNone/>
              <a:defRPr sz="1650" b="1">
                <a:solidFill>
                  <a:srgbClr val="603C91"/>
                </a:solidFill>
                <a:latin typeface="Arial"/>
                <a:ea typeface="Arial"/>
                <a:cs typeface="Arial"/>
              </a:defRPr>
            </a:lvl5pPr>
            <a:lvl6pPr algn="l">
              <a:buNone/>
              <a:defRPr sz="1650" b="1">
                <a:solidFill>
                  <a:srgbClr val="603C91"/>
                </a:solidFill>
                <a:latin typeface="Arial"/>
                <a:ea typeface="Arial"/>
                <a:cs typeface="Arial"/>
              </a:defRPr>
            </a:lvl6pPr>
            <a:lvl7pPr algn="l">
              <a:buNone/>
              <a:defRPr sz="1650" b="1">
                <a:solidFill>
                  <a:srgbClr val="603C91"/>
                </a:solidFill>
                <a:latin typeface="Arial"/>
                <a:ea typeface="Arial"/>
                <a:cs typeface="Arial"/>
              </a:defRPr>
            </a:lvl7pPr>
            <a:lvl8pPr algn="l">
              <a:buNone/>
              <a:defRPr sz="1650" b="1">
                <a:solidFill>
                  <a:srgbClr val="603C91"/>
                </a:solidFill>
                <a:latin typeface="Arial"/>
                <a:ea typeface="Arial"/>
                <a:cs typeface="Arial"/>
              </a:defRPr>
            </a:lvl8pPr>
            <a:lvl9pPr algn="l">
              <a:buNone/>
              <a:defRPr sz="1650" b="1">
                <a:solidFill>
                  <a:srgbClr val="603C91"/>
                </a:solidFill>
                <a:latin typeface="Arial"/>
                <a:ea typeface="Arial"/>
                <a:cs typeface="Arial"/>
              </a:defRPr>
            </a:lvl9pPr>
          </a:lstStyle>
          <a:p xmlns:a="http://schemas.openxmlformats.org/drawingml/2006/main">
            <a:pPr algn="l">
              <a:buNone/>
              <a:defRPr sz="1650" b="1">
                <a:solidFill>
                  <a:srgbClr val="603C91"/>
                </a:solidFill>
                <a:latin typeface="Arial"/>
                <a:ea typeface="Arial"/>
                <a:cs typeface="Arial"/>
              </a:defRPr>
            </a:pPr>
            <a:r>
              <a:rPr sz="1650" b="1">
                <a:solidFill>
                  <a:srgbClr val="603C91"/>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9E9C28B1-5CAE-48F3-8C25-7A48C6CBF4BF}"/>
              </a:ext>
            </a:extLst>
          </p:cNvPr>
          <p:cNvSpPr>
            <a:spLocks xmlns:a="http://schemas.openxmlformats.org/drawingml/2006/main" noGrp="1"/>
          </p:cNvSpPr>
          <p:nvPr/>
        </p:nvSpPr>
        <p:spPr>
          <a:xfrm xmlns:a="http://schemas.openxmlformats.org/drawingml/2006/main">
            <a:off x="1485900" y="33909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Filter by category or “Open now”</a:t>
            </a:r>
          </a:p>
        </p:txBody>
      </p:sp>
      <p:sp>
        <p:nvSpPr>
          <p:cNvPr id="14" name="">
            <a:extLst xmlns:a="http://schemas.openxmlformats.org/drawingml/2006/main">
              <a:ext uri="{FF2B5EF4-FFF2-40B4-BE49-F238E27FC236}">
                <a16:creationId xmlns:a16="http://schemas.microsoft.com/office/drawing/2014/main" id="{F2F77A16-39F1-43AD-8F00-E80D48803EF1}"/>
              </a:ext>
            </a:extLst>
          </p:cNvPr>
          <p:cNvSpPr>
            <a:spLocks xmlns:a="http://schemas.openxmlformats.org/drawingml/2006/main" noGrp="1"/>
          </p:cNvSpPr>
          <p:nvPr/>
        </p:nvSpPr>
        <p:spPr>
          <a:xfrm xmlns:a="http://schemas.openxmlformats.org/drawingml/2006/main">
            <a:off x="1485900" y="39052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5" name="">
            <a:extLst xmlns:a="http://schemas.openxmlformats.org/drawingml/2006/main">
              <a:ext uri="{FF2B5EF4-FFF2-40B4-BE49-F238E27FC236}">
                <a16:creationId xmlns:a16="http://schemas.microsoft.com/office/drawing/2014/main" id="{FC17C8D7-6D70-4376-8B80-E8BA157BCE5A}"/>
              </a:ext>
            </a:extLst>
          </p:cNvPr>
          <p:cNvSpPr>
            <a:spLocks xmlns:a="http://schemas.openxmlformats.org/drawingml/2006/main" noGrp="1"/>
          </p:cNvSpPr>
          <p:nvPr/>
        </p:nvSpPr>
        <p:spPr>
          <a:xfrm xmlns:a="http://schemas.openxmlformats.org/drawingml/2006/main">
            <a:off x="838200" y="41148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buNone/>
              <a:defRPr sz="1650" b="1">
                <a:solidFill>
                  <a:srgbClr val="603C91"/>
                </a:solidFill>
                <a:latin typeface="Arial"/>
                <a:ea typeface="Arial"/>
                <a:cs typeface="Arial"/>
              </a:defRPr>
            </a:lvl1pPr>
            <a:lvl2pPr algn="l">
              <a:buNone/>
              <a:defRPr sz="1650" b="1">
                <a:solidFill>
                  <a:srgbClr val="603C91"/>
                </a:solidFill>
                <a:latin typeface="Arial"/>
                <a:ea typeface="Arial"/>
                <a:cs typeface="Arial"/>
              </a:defRPr>
            </a:lvl2pPr>
            <a:lvl3pPr algn="l">
              <a:buNone/>
              <a:defRPr sz="1650" b="1">
                <a:solidFill>
                  <a:srgbClr val="603C91"/>
                </a:solidFill>
                <a:latin typeface="Arial"/>
                <a:ea typeface="Arial"/>
                <a:cs typeface="Arial"/>
              </a:defRPr>
            </a:lvl3pPr>
            <a:lvl4pPr algn="l">
              <a:buNone/>
              <a:defRPr sz="1650" b="1">
                <a:solidFill>
                  <a:srgbClr val="603C91"/>
                </a:solidFill>
                <a:latin typeface="Arial"/>
                <a:ea typeface="Arial"/>
                <a:cs typeface="Arial"/>
              </a:defRPr>
            </a:lvl4pPr>
            <a:lvl5pPr algn="l">
              <a:buNone/>
              <a:defRPr sz="1650" b="1">
                <a:solidFill>
                  <a:srgbClr val="603C91"/>
                </a:solidFill>
                <a:latin typeface="Arial"/>
                <a:ea typeface="Arial"/>
                <a:cs typeface="Arial"/>
              </a:defRPr>
            </a:lvl5pPr>
            <a:lvl6pPr algn="l">
              <a:buNone/>
              <a:defRPr sz="1650" b="1">
                <a:solidFill>
                  <a:srgbClr val="603C91"/>
                </a:solidFill>
                <a:latin typeface="Arial"/>
                <a:ea typeface="Arial"/>
                <a:cs typeface="Arial"/>
              </a:defRPr>
            </a:lvl6pPr>
            <a:lvl7pPr algn="l">
              <a:buNone/>
              <a:defRPr sz="1650" b="1">
                <a:solidFill>
                  <a:srgbClr val="603C91"/>
                </a:solidFill>
                <a:latin typeface="Arial"/>
                <a:ea typeface="Arial"/>
                <a:cs typeface="Arial"/>
              </a:defRPr>
            </a:lvl7pPr>
            <a:lvl8pPr algn="l">
              <a:buNone/>
              <a:defRPr sz="1650" b="1">
                <a:solidFill>
                  <a:srgbClr val="603C91"/>
                </a:solidFill>
                <a:latin typeface="Arial"/>
                <a:ea typeface="Arial"/>
                <a:cs typeface="Arial"/>
              </a:defRPr>
            </a:lvl8pPr>
            <a:lvl9pPr algn="l">
              <a:buNone/>
              <a:defRPr sz="1650" b="1">
                <a:solidFill>
                  <a:srgbClr val="603C91"/>
                </a:solidFill>
                <a:latin typeface="Arial"/>
                <a:ea typeface="Arial"/>
                <a:cs typeface="Arial"/>
              </a:defRPr>
            </a:lvl9pPr>
          </a:lstStyle>
          <a:p xmlns:a="http://schemas.openxmlformats.org/drawingml/2006/main">
            <a:pPr algn="l">
              <a:buNone/>
              <a:defRPr sz="1650" b="1">
                <a:solidFill>
                  <a:srgbClr val="603C91"/>
                </a:solidFill>
                <a:latin typeface="Arial"/>
                <a:ea typeface="Arial"/>
                <a:cs typeface="Arial"/>
              </a:defRPr>
            </a:pPr>
            <a:r>
              <a:rPr sz="1650" b="1">
                <a:solidFill>
                  <a:srgbClr val="603C91"/>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9A969F68-EBC7-4E37-A1DA-E214EC5A4569}"/>
              </a:ext>
            </a:extLst>
          </p:cNvPr>
          <p:cNvSpPr>
            <a:spLocks xmlns:a="http://schemas.openxmlformats.org/drawingml/2006/main" noGrp="1"/>
          </p:cNvSpPr>
          <p:nvPr/>
        </p:nvSpPr>
        <p:spPr>
          <a:xfrm xmlns:a="http://schemas.openxmlformats.org/drawingml/2006/main">
            <a:off x="1485900" y="41148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Save a resource, then switch to Saved</a:t>
            </a:r>
          </a:p>
        </p:txBody>
      </p:sp>
      <p:sp>
        <p:nvSpPr>
          <p:cNvPr id="17" name="">
            <a:extLst xmlns:a="http://schemas.openxmlformats.org/drawingml/2006/main">
              <a:ext uri="{FF2B5EF4-FFF2-40B4-BE49-F238E27FC236}">
                <a16:creationId xmlns:a16="http://schemas.microsoft.com/office/drawing/2014/main" id="{A1E551ED-C7BD-4FE2-95AD-005EAD0AC2B1}"/>
              </a:ext>
            </a:extLst>
          </p:cNvPr>
          <p:cNvSpPr>
            <a:spLocks xmlns:a="http://schemas.openxmlformats.org/drawingml/2006/main" noGrp="1"/>
          </p:cNvSpPr>
          <p:nvPr/>
        </p:nvSpPr>
        <p:spPr>
          <a:xfrm xmlns:a="http://schemas.openxmlformats.org/drawingml/2006/main">
            <a:off x="1485900" y="46291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8" name="">
            <a:extLst xmlns:a="http://schemas.openxmlformats.org/drawingml/2006/main">
              <a:ext uri="{FF2B5EF4-FFF2-40B4-BE49-F238E27FC236}">
                <a16:creationId xmlns:a16="http://schemas.microsoft.com/office/drawing/2014/main" id="{237A8CED-A688-4392-8A68-411153627A50}"/>
              </a:ext>
            </a:extLst>
          </p:cNvPr>
          <p:cNvSpPr>
            <a:spLocks xmlns:a="http://schemas.openxmlformats.org/drawingml/2006/main" noGrp="1"/>
          </p:cNvSpPr>
          <p:nvPr/>
        </p:nvSpPr>
        <p:spPr>
          <a:xfrm xmlns:a="http://schemas.openxmlformats.org/drawingml/2006/main">
            <a:off x="838200" y="48387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buNone/>
              <a:defRPr sz="1650" b="1">
                <a:solidFill>
                  <a:srgbClr val="603C91"/>
                </a:solidFill>
                <a:latin typeface="Arial"/>
                <a:ea typeface="Arial"/>
                <a:cs typeface="Arial"/>
              </a:defRPr>
            </a:lvl1pPr>
            <a:lvl2pPr algn="l">
              <a:buNone/>
              <a:defRPr sz="1650" b="1">
                <a:solidFill>
                  <a:srgbClr val="603C91"/>
                </a:solidFill>
                <a:latin typeface="Arial"/>
                <a:ea typeface="Arial"/>
                <a:cs typeface="Arial"/>
              </a:defRPr>
            </a:lvl2pPr>
            <a:lvl3pPr algn="l">
              <a:buNone/>
              <a:defRPr sz="1650" b="1">
                <a:solidFill>
                  <a:srgbClr val="603C91"/>
                </a:solidFill>
                <a:latin typeface="Arial"/>
                <a:ea typeface="Arial"/>
                <a:cs typeface="Arial"/>
              </a:defRPr>
            </a:lvl3pPr>
            <a:lvl4pPr algn="l">
              <a:buNone/>
              <a:defRPr sz="1650" b="1">
                <a:solidFill>
                  <a:srgbClr val="603C91"/>
                </a:solidFill>
                <a:latin typeface="Arial"/>
                <a:ea typeface="Arial"/>
                <a:cs typeface="Arial"/>
              </a:defRPr>
            </a:lvl4pPr>
            <a:lvl5pPr algn="l">
              <a:buNone/>
              <a:defRPr sz="1650" b="1">
                <a:solidFill>
                  <a:srgbClr val="603C91"/>
                </a:solidFill>
                <a:latin typeface="Arial"/>
                <a:ea typeface="Arial"/>
                <a:cs typeface="Arial"/>
              </a:defRPr>
            </a:lvl5pPr>
            <a:lvl6pPr algn="l">
              <a:buNone/>
              <a:defRPr sz="1650" b="1">
                <a:solidFill>
                  <a:srgbClr val="603C91"/>
                </a:solidFill>
                <a:latin typeface="Arial"/>
                <a:ea typeface="Arial"/>
                <a:cs typeface="Arial"/>
              </a:defRPr>
            </a:lvl6pPr>
            <a:lvl7pPr algn="l">
              <a:buNone/>
              <a:defRPr sz="1650" b="1">
                <a:solidFill>
                  <a:srgbClr val="603C91"/>
                </a:solidFill>
                <a:latin typeface="Arial"/>
                <a:ea typeface="Arial"/>
                <a:cs typeface="Arial"/>
              </a:defRPr>
            </a:lvl7pPr>
            <a:lvl8pPr algn="l">
              <a:buNone/>
              <a:defRPr sz="1650" b="1">
                <a:solidFill>
                  <a:srgbClr val="603C91"/>
                </a:solidFill>
                <a:latin typeface="Arial"/>
                <a:ea typeface="Arial"/>
                <a:cs typeface="Arial"/>
              </a:defRPr>
            </a:lvl8pPr>
            <a:lvl9pPr algn="l">
              <a:buNone/>
              <a:defRPr sz="1650" b="1">
                <a:solidFill>
                  <a:srgbClr val="603C91"/>
                </a:solidFill>
                <a:latin typeface="Arial"/>
                <a:ea typeface="Arial"/>
                <a:cs typeface="Arial"/>
              </a:defRPr>
            </a:lvl9pPr>
          </a:lstStyle>
          <a:p xmlns:a="http://schemas.openxmlformats.org/drawingml/2006/main">
            <a:pPr algn="l">
              <a:buNone/>
              <a:defRPr sz="1650" b="1">
                <a:solidFill>
                  <a:srgbClr val="603C91"/>
                </a:solidFill>
                <a:latin typeface="Arial"/>
                <a:ea typeface="Arial"/>
                <a:cs typeface="Arial"/>
              </a:defRPr>
            </a:pPr>
            <a:r>
              <a:rPr sz="1650" b="1">
                <a:solidFill>
                  <a:srgbClr val="603C91"/>
                </a:solidFill>
                <a:latin typeface="Arial"/>
                <a:ea typeface="Arial"/>
                <a:cs typeface="Arial"/>
              </a:rPr>
              <a:t>5</a:t>
            </a:r>
          </a:p>
        </p:txBody>
      </p:sp>
      <p:sp>
        <p:nvSpPr>
          <p:cNvPr id="19" name="">
            <a:extLst xmlns:a="http://schemas.openxmlformats.org/drawingml/2006/main">
              <a:ext uri="{FF2B5EF4-FFF2-40B4-BE49-F238E27FC236}">
                <a16:creationId xmlns:a16="http://schemas.microsoft.com/office/drawing/2014/main" id="{E04BB6AC-D4D8-4F87-B1D8-28D39FBD8DC8}"/>
              </a:ext>
            </a:extLst>
          </p:cNvPr>
          <p:cNvSpPr>
            <a:spLocks xmlns:a="http://schemas.openxmlformats.org/drawingml/2006/main" noGrp="1"/>
          </p:cNvSpPr>
          <p:nvPr/>
        </p:nvSpPr>
        <p:spPr>
          <a:xfrm xmlns:a="http://schemas.openxmlformats.org/drawingml/2006/main">
            <a:off x="1485900" y="48387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buNone/>
              <a:defRPr sz="1800" b="0">
                <a:solidFill>
                  <a:srgbClr val="242128"/>
                </a:solidFill>
                <a:latin typeface="Arial"/>
                <a:ea typeface="Arial"/>
                <a:cs typeface="Arial"/>
              </a:defRPr>
            </a:lvl1pPr>
            <a:lvl2pPr algn="l">
              <a:buNone/>
              <a:defRPr sz="1800" b="0">
                <a:solidFill>
                  <a:srgbClr val="242128"/>
                </a:solidFill>
                <a:latin typeface="Arial"/>
                <a:ea typeface="Arial"/>
                <a:cs typeface="Arial"/>
              </a:defRPr>
            </a:lvl2pPr>
            <a:lvl3pPr algn="l">
              <a:buNone/>
              <a:defRPr sz="1800" b="0">
                <a:solidFill>
                  <a:srgbClr val="242128"/>
                </a:solidFill>
                <a:latin typeface="Arial"/>
                <a:ea typeface="Arial"/>
                <a:cs typeface="Arial"/>
              </a:defRPr>
            </a:lvl3pPr>
            <a:lvl4pPr algn="l">
              <a:buNone/>
              <a:defRPr sz="1800" b="0">
                <a:solidFill>
                  <a:srgbClr val="242128"/>
                </a:solidFill>
                <a:latin typeface="Arial"/>
                <a:ea typeface="Arial"/>
                <a:cs typeface="Arial"/>
              </a:defRPr>
            </a:lvl4pPr>
            <a:lvl5pPr algn="l">
              <a:buNone/>
              <a:defRPr sz="1800" b="0">
                <a:solidFill>
                  <a:srgbClr val="242128"/>
                </a:solidFill>
                <a:latin typeface="Arial"/>
                <a:ea typeface="Arial"/>
                <a:cs typeface="Arial"/>
              </a:defRPr>
            </a:lvl5pPr>
            <a:lvl6pPr algn="l">
              <a:buNone/>
              <a:defRPr sz="1800" b="0">
                <a:solidFill>
                  <a:srgbClr val="242128"/>
                </a:solidFill>
                <a:latin typeface="Arial"/>
                <a:ea typeface="Arial"/>
                <a:cs typeface="Arial"/>
              </a:defRPr>
            </a:lvl6pPr>
            <a:lvl7pPr algn="l">
              <a:buNone/>
              <a:defRPr sz="1800" b="0">
                <a:solidFill>
                  <a:srgbClr val="242128"/>
                </a:solidFill>
                <a:latin typeface="Arial"/>
                <a:ea typeface="Arial"/>
                <a:cs typeface="Arial"/>
              </a:defRPr>
            </a:lvl7pPr>
            <a:lvl8pPr algn="l">
              <a:buNone/>
              <a:defRPr sz="1800" b="0">
                <a:solidFill>
                  <a:srgbClr val="242128"/>
                </a:solidFill>
                <a:latin typeface="Arial"/>
                <a:ea typeface="Arial"/>
                <a:cs typeface="Arial"/>
              </a:defRPr>
            </a:lvl8pPr>
            <a:lvl9pPr algn="l">
              <a:buNone/>
              <a:defRPr sz="1800" b="0">
                <a:solidFill>
                  <a:srgbClr val="242128"/>
                </a:solidFill>
                <a:latin typeface="Arial"/>
                <a:ea typeface="Arial"/>
                <a:cs typeface="Arial"/>
              </a:defRPr>
            </a:lvl9pPr>
          </a:lstStyle>
          <a:p xmlns:a="http://schemas.openxmlformats.org/drawingml/2006/main">
            <a:pPr algn="l">
              <a:buNone/>
              <a:defRPr sz="1800" b="0">
                <a:solidFill>
                  <a:srgbClr val="242128"/>
                </a:solidFill>
                <a:latin typeface="Arial"/>
                <a:ea typeface="Arial"/>
                <a:cs typeface="Arial"/>
              </a:defRPr>
            </a:pPr>
            <a:r>
              <a:rPr sz="1800" b="0">
                <a:solidFill>
                  <a:srgbClr val="242128"/>
                </a:solidFill>
                <a:latin typeface="Arial"/>
                <a:ea typeface="Arial"/>
                <a:cs typeface="Arial"/>
              </a:rPr>
              <a:t>Toggle dark mode; show the local report form</a:t>
            </a:r>
          </a:p>
        </p:txBody>
      </p:sp>
      <p:sp>
        <p:nvSpPr>
          <p:cNvPr id="20" name="">
            <a:extLst xmlns:a="http://schemas.openxmlformats.org/drawingml/2006/main">
              <a:ext uri="{FF2B5EF4-FFF2-40B4-BE49-F238E27FC236}">
                <a16:creationId xmlns:a16="http://schemas.microsoft.com/office/drawing/2014/main" id="{E8C10930-1484-454E-B6DE-0A6B7BD6D3C9}"/>
              </a:ext>
            </a:extLst>
          </p:cNvPr>
          <p:cNvSpPr>
            <a:spLocks xmlns:a="http://schemas.openxmlformats.org/drawingml/2006/main" noGrp="1"/>
          </p:cNvSpPr>
          <p:nvPr/>
        </p:nvSpPr>
        <p:spPr>
          <a:xfrm xmlns:a="http://schemas.openxmlformats.org/drawingml/2006/main">
            <a:off x="838200" y="57340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buNone/>
              <a:defRPr sz="1350" b="0">
                <a:solidFill>
                  <a:srgbClr val="736D78"/>
                </a:solidFill>
                <a:latin typeface="Arial"/>
                <a:ea typeface="Arial"/>
                <a:cs typeface="Arial"/>
              </a:defRPr>
            </a:lvl1pPr>
            <a:lvl2pPr algn="l">
              <a:buNone/>
              <a:defRPr sz="1350" b="0">
                <a:solidFill>
                  <a:srgbClr val="736D78"/>
                </a:solidFill>
                <a:latin typeface="Arial"/>
                <a:ea typeface="Arial"/>
                <a:cs typeface="Arial"/>
              </a:defRPr>
            </a:lvl2pPr>
            <a:lvl3pPr algn="l">
              <a:buNone/>
              <a:defRPr sz="1350" b="0">
                <a:solidFill>
                  <a:srgbClr val="736D78"/>
                </a:solidFill>
                <a:latin typeface="Arial"/>
                <a:ea typeface="Arial"/>
                <a:cs typeface="Arial"/>
              </a:defRPr>
            </a:lvl3pPr>
            <a:lvl4pPr algn="l">
              <a:buNone/>
              <a:defRPr sz="1350" b="0">
                <a:solidFill>
                  <a:srgbClr val="736D78"/>
                </a:solidFill>
                <a:latin typeface="Arial"/>
                <a:ea typeface="Arial"/>
                <a:cs typeface="Arial"/>
              </a:defRPr>
            </a:lvl4pPr>
            <a:lvl5pPr algn="l">
              <a:buNone/>
              <a:defRPr sz="1350" b="0">
                <a:solidFill>
                  <a:srgbClr val="736D78"/>
                </a:solidFill>
                <a:latin typeface="Arial"/>
                <a:ea typeface="Arial"/>
                <a:cs typeface="Arial"/>
              </a:defRPr>
            </a:lvl5pPr>
            <a:lvl6pPr algn="l">
              <a:buNone/>
              <a:defRPr sz="1350" b="0">
                <a:solidFill>
                  <a:srgbClr val="736D78"/>
                </a:solidFill>
                <a:latin typeface="Arial"/>
                <a:ea typeface="Arial"/>
                <a:cs typeface="Arial"/>
              </a:defRPr>
            </a:lvl6pPr>
            <a:lvl7pPr algn="l">
              <a:buNone/>
              <a:defRPr sz="1350" b="0">
                <a:solidFill>
                  <a:srgbClr val="736D78"/>
                </a:solidFill>
                <a:latin typeface="Arial"/>
                <a:ea typeface="Arial"/>
                <a:cs typeface="Arial"/>
              </a:defRPr>
            </a:lvl7pPr>
            <a:lvl8pPr algn="l">
              <a:buNone/>
              <a:defRPr sz="1350" b="0">
                <a:solidFill>
                  <a:srgbClr val="736D78"/>
                </a:solidFill>
                <a:latin typeface="Arial"/>
                <a:ea typeface="Arial"/>
                <a:cs typeface="Arial"/>
              </a:defRPr>
            </a:lvl8pPr>
            <a:lvl9pPr algn="l">
              <a:buNone/>
              <a:defRPr sz="1350" b="0">
                <a:solidFill>
                  <a:srgbClr val="736D78"/>
                </a:solidFill>
                <a:latin typeface="Arial"/>
                <a:ea typeface="Arial"/>
                <a:cs typeface="Arial"/>
              </a:defRPr>
            </a:lvl9pPr>
          </a:lstStyle>
          <a:p xmlns:a="http://schemas.openxmlformats.org/drawingml/2006/main">
            <a:pPr algn="l">
              <a:buNone/>
              <a:defRPr sz="1350" b="0">
                <a:solidFill>
                  <a:srgbClr val="736D78"/>
                </a:solidFill>
                <a:latin typeface="Arial"/>
                <a:ea typeface="Arial"/>
                <a:cs typeface="Arial"/>
              </a:defRPr>
            </a:pPr>
            <a:r>
              <a:rPr sz="1350" b="0">
                <a:solidFill>
                  <a:srgbClr val="736D78"/>
                </a:solidFill>
                <a:latin typeface="Arial"/>
                <a:ea typeface="Arial"/>
                <a:cs typeface="Arial"/>
              </a:rPr>
              <a:t>Demo data only · the report stays in this browser</a:t>
            </a:r>
          </a:p>
        </p:txBody>
      </p:sp>
    </p:spTree>
    <p:extLst>
      <p:ext uri="{BB962C8B-B14F-4D97-AF65-F5344CB8AC3E}">
        <p14:creationId xmlns:p14="http://schemas.microsoft.com/office/powerpoint/2010/main" val="1506199429"/>
      </p:ext>
    </p:extLst>
  </p:cSld>
</p:sld>
</file>

<file path=ppt/slides/slide8.xml><?xml version="1.0" encoding="utf-8"?>
<p:sld xmlns:p="http://schemas.openxmlformats.org/presentationml/2006/main">
  <p:cSld>
    <p:bg>
      <p:bgPr>
        <a:solidFill xmlns:a="http://schemas.openxmlformats.org/drawingml/2006/main">
          <a:srgbClr val="211E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472849-4D00-4908-BAA5-C6385614EE1D}"/>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buNone/>
              <a:defRPr sz="1050" b="1">
                <a:solidFill>
                  <a:srgbClr val="603C91"/>
                </a:solidFill>
                <a:latin typeface="Arial"/>
                <a:ea typeface="Arial"/>
                <a:cs typeface="Arial"/>
              </a:defRPr>
            </a:lvl1pPr>
            <a:lvl2pPr algn="l">
              <a:buNone/>
              <a:defRPr sz="1050" b="1">
                <a:solidFill>
                  <a:srgbClr val="603C91"/>
                </a:solidFill>
                <a:latin typeface="Arial"/>
                <a:ea typeface="Arial"/>
                <a:cs typeface="Arial"/>
              </a:defRPr>
            </a:lvl2pPr>
            <a:lvl3pPr algn="l">
              <a:buNone/>
              <a:defRPr sz="1050" b="1">
                <a:solidFill>
                  <a:srgbClr val="603C91"/>
                </a:solidFill>
                <a:latin typeface="Arial"/>
                <a:ea typeface="Arial"/>
                <a:cs typeface="Arial"/>
              </a:defRPr>
            </a:lvl3pPr>
            <a:lvl4pPr algn="l">
              <a:buNone/>
              <a:defRPr sz="1050" b="1">
                <a:solidFill>
                  <a:srgbClr val="603C91"/>
                </a:solidFill>
                <a:latin typeface="Arial"/>
                <a:ea typeface="Arial"/>
                <a:cs typeface="Arial"/>
              </a:defRPr>
            </a:lvl4pPr>
            <a:lvl5pPr algn="l">
              <a:buNone/>
              <a:defRPr sz="1050" b="1">
                <a:solidFill>
                  <a:srgbClr val="603C91"/>
                </a:solidFill>
                <a:latin typeface="Arial"/>
                <a:ea typeface="Arial"/>
                <a:cs typeface="Arial"/>
              </a:defRPr>
            </a:lvl5pPr>
            <a:lvl6pPr algn="l">
              <a:buNone/>
              <a:defRPr sz="1050" b="1">
                <a:solidFill>
                  <a:srgbClr val="603C91"/>
                </a:solidFill>
                <a:latin typeface="Arial"/>
                <a:ea typeface="Arial"/>
                <a:cs typeface="Arial"/>
              </a:defRPr>
            </a:lvl6pPr>
            <a:lvl7pPr algn="l">
              <a:buNone/>
              <a:defRPr sz="1050" b="1">
                <a:solidFill>
                  <a:srgbClr val="603C91"/>
                </a:solidFill>
                <a:latin typeface="Arial"/>
                <a:ea typeface="Arial"/>
                <a:cs typeface="Arial"/>
              </a:defRPr>
            </a:lvl7pPr>
            <a:lvl8pPr algn="l">
              <a:buNone/>
              <a:defRPr sz="1050" b="1">
                <a:solidFill>
                  <a:srgbClr val="603C91"/>
                </a:solidFill>
                <a:latin typeface="Arial"/>
                <a:ea typeface="Arial"/>
                <a:cs typeface="Arial"/>
              </a:defRPr>
            </a:lvl8pPr>
            <a:lvl9pPr algn="l">
              <a:buNone/>
              <a:defRPr sz="1050" b="1">
                <a:solidFill>
                  <a:srgbClr val="603C91"/>
                </a:solidFill>
                <a:latin typeface="Arial"/>
                <a:ea typeface="Arial"/>
                <a:cs typeface="Arial"/>
              </a:defRPr>
            </a:lvl9pPr>
          </a:lstStyle>
          <a:p xmlns:a="http://schemas.openxmlformats.org/drawingml/2006/main">
            <a:pPr algn="l">
              <a:buNone/>
              <a:defRPr sz="1050" b="1">
                <a:solidFill>
                  <a:srgbClr val="603C91"/>
                </a:solidFill>
                <a:latin typeface="Arial"/>
                <a:ea typeface="Arial"/>
                <a:cs typeface="Arial"/>
              </a:defRPr>
            </a:pPr>
            <a:r>
              <a:rPr sz="1050" b="1">
                <a:solidFill>
                  <a:srgbClr val="603C91"/>
                </a:solidFill>
                <a:latin typeface="Arial"/>
                <a:ea typeface="Arial"/>
                <a:cs typeface="Arial"/>
              </a:rPr>
              <a:t>SCOPE AND NEXT STEPS</a:t>
            </a:r>
          </a:p>
        </p:txBody>
      </p:sp>
      <p:sp>
        <p:nvSpPr>
          <p:cNvPr id="2" name="">
            <a:extLst xmlns:a="http://schemas.openxmlformats.org/drawingml/2006/main">
              <a:ext uri="{FF2B5EF4-FFF2-40B4-BE49-F238E27FC236}">
                <a16:creationId xmlns:a16="http://schemas.microsoft.com/office/drawing/2014/main" id="{2C7611DA-4BA2-4226-8D29-1D1E10855D4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D3C4E34B-6BE5-4010-A9C3-5AE9FC55A583}"/>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buNone/>
              <a:defRPr sz="900" b="0">
                <a:solidFill>
                  <a:srgbClr val="736D78"/>
                </a:solidFill>
                <a:latin typeface="Arial"/>
                <a:ea typeface="Arial"/>
                <a:cs typeface="Arial"/>
              </a:defRPr>
            </a:lvl1pPr>
            <a:lvl2pPr algn="l">
              <a:buNone/>
              <a:defRPr sz="900" b="0">
                <a:solidFill>
                  <a:srgbClr val="736D78"/>
                </a:solidFill>
                <a:latin typeface="Arial"/>
                <a:ea typeface="Arial"/>
                <a:cs typeface="Arial"/>
              </a:defRPr>
            </a:lvl2pPr>
            <a:lvl3pPr algn="l">
              <a:buNone/>
              <a:defRPr sz="900" b="0">
                <a:solidFill>
                  <a:srgbClr val="736D78"/>
                </a:solidFill>
                <a:latin typeface="Arial"/>
                <a:ea typeface="Arial"/>
                <a:cs typeface="Arial"/>
              </a:defRPr>
            </a:lvl3pPr>
            <a:lvl4pPr algn="l">
              <a:buNone/>
              <a:defRPr sz="900" b="0">
                <a:solidFill>
                  <a:srgbClr val="736D78"/>
                </a:solidFill>
                <a:latin typeface="Arial"/>
                <a:ea typeface="Arial"/>
                <a:cs typeface="Arial"/>
              </a:defRPr>
            </a:lvl4pPr>
            <a:lvl5pPr algn="l">
              <a:buNone/>
              <a:defRPr sz="900" b="0">
                <a:solidFill>
                  <a:srgbClr val="736D78"/>
                </a:solidFill>
                <a:latin typeface="Arial"/>
                <a:ea typeface="Arial"/>
                <a:cs typeface="Arial"/>
              </a:defRPr>
            </a:lvl5pPr>
            <a:lvl6pPr algn="l">
              <a:buNone/>
              <a:defRPr sz="900" b="0">
                <a:solidFill>
                  <a:srgbClr val="736D78"/>
                </a:solidFill>
                <a:latin typeface="Arial"/>
                <a:ea typeface="Arial"/>
                <a:cs typeface="Arial"/>
              </a:defRPr>
            </a:lvl6pPr>
            <a:lvl7pPr algn="l">
              <a:buNone/>
              <a:defRPr sz="900" b="0">
                <a:solidFill>
                  <a:srgbClr val="736D78"/>
                </a:solidFill>
                <a:latin typeface="Arial"/>
                <a:ea typeface="Arial"/>
                <a:cs typeface="Arial"/>
              </a:defRPr>
            </a:lvl7pPr>
            <a:lvl8pPr algn="l">
              <a:buNone/>
              <a:defRPr sz="900" b="0">
                <a:solidFill>
                  <a:srgbClr val="736D78"/>
                </a:solidFill>
                <a:latin typeface="Arial"/>
                <a:ea typeface="Arial"/>
                <a:cs typeface="Arial"/>
              </a:defRPr>
            </a:lvl8pPr>
            <a:lvl9pPr algn="l">
              <a:buNone/>
              <a:defRPr sz="900" b="0">
                <a:solidFill>
                  <a:srgbClr val="736D78"/>
                </a:solidFill>
                <a:latin typeface="Arial"/>
                <a:ea typeface="Arial"/>
                <a:cs typeface="Arial"/>
              </a:defRPr>
            </a:lvl9pPr>
          </a:lstStyle>
          <a:p xmlns:a="http://schemas.openxmlformats.org/drawingml/2006/main">
            <a:pPr algn="l">
              <a:buNone/>
              <a:defRPr sz="900" b="0">
                <a:solidFill>
                  <a:srgbClr val="736D78"/>
                </a:solidFill>
                <a:latin typeface="Arial"/>
                <a:ea typeface="Arial"/>
                <a:cs typeface="Arial"/>
              </a:defRPr>
            </a:pPr>
            <a:r>
              <a:rPr sz="900" b="0">
                <a:solidFill>
                  <a:srgbClr val="736D78"/>
                </a:solidFill>
                <a:latin typeface="Arial"/>
                <a:ea typeface="Arial"/>
                <a:cs typeface="Arial"/>
              </a:rPr>
              <a:t>CAMPUS RESOURCE FINDER</a:t>
            </a:r>
            <a:r>
              <a:rPr sz="900" b="0">
                <a:solidFill>
                  <a:srgbClr val="736D78"/>
                </a:solidFill>
                <a:latin typeface="Arial"/>
                <a:ea typeface="Arial"/>
                <a:cs typeface="Arial"/>
              </a:rPr>
              <a:t>  ·  CCNY</a:t>
            </a:r>
          </a:p>
        </p:txBody>
      </p:sp>
      <p:sp>
        <p:nvSpPr>
          <p:cNvPr id="4" name="">
            <a:extLst xmlns:a="http://schemas.openxmlformats.org/drawingml/2006/main">
              <a:ext uri="{FF2B5EF4-FFF2-40B4-BE49-F238E27FC236}">
                <a16:creationId xmlns:a16="http://schemas.microsoft.com/office/drawing/2014/main" id="{7817F7C0-FF73-4057-A0FA-25DF3215CC4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buNone/>
              <a:defRPr sz="900" b="1">
                <a:solidFill>
                  <a:srgbClr val="736D78"/>
                </a:solidFill>
                <a:latin typeface="Arial"/>
                <a:ea typeface="Arial"/>
                <a:cs typeface="Arial"/>
              </a:defRPr>
            </a:lvl1pPr>
            <a:lvl2pPr algn="r">
              <a:buNone/>
              <a:defRPr sz="900" b="1">
                <a:solidFill>
                  <a:srgbClr val="736D78"/>
                </a:solidFill>
                <a:latin typeface="Arial"/>
                <a:ea typeface="Arial"/>
                <a:cs typeface="Arial"/>
              </a:defRPr>
            </a:lvl2pPr>
            <a:lvl3pPr algn="r">
              <a:buNone/>
              <a:defRPr sz="900" b="1">
                <a:solidFill>
                  <a:srgbClr val="736D78"/>
                </a:solidFill>
                <a:latin typeface="Arial"/>
                <a:ea typeface="Arial"/>
                <a:cs typeface="Arial"/>
              </a:defRPr>
            </a:lvl3pPr>
            <a:lvl4pPr algn="r">
              <a:buNone/>
              <a:defRPr sz="900" b="1">
                <a:solidFill>
                  <a:srgbClr val="736D78"/>
                </a:solidFill>
                <a:latin typeface="Arial"/>
                <a:ea typeface="Arial"/>
                <a:cs typeface="Arial"/>
              </a:defRPr>
            </a:lvl4pPr>
            <a:lvl5pPr algn="r">
              <a:buNone/>
              <a:defRPr sz="900" b="1">
                <a:solidFill>
                  <a:srgbClr val="736D78"/>
                </a:solidFill>
                <a:latin typeface="Arial"/>
                <a:ea typeface="Arial"/>
                <a:cs typeface="Arial"/>
              </a:defRPr>
            </a:lvl5pPr>
            <a:lvl6pPr algn="r">
              <a:buNone/>
              <a:defRPr sz="900" b="1">
                <a:solidFill>
                  <a:srgbClr val="736D78"/>
                </a:solidFill>
                <a:latin typeface="Arial"/>
                <a:ea typeface="Arial"/>
                <a:cs typeface="Arial"/>
              </a:defRPr>
            </a:lvl6pPr>
            <a:lvl7pPr algn="r">
              <a:buNone/>
              <a:defRPr sz="900" b="1">
                <a:solidFill>
                  <a:srgbClr val="736D78"/>
                </a:solidFill>
                <a:latin typeface="Arial"/>
                <a:ea typeface="Arial"/>
                <a:cs typeface="Arial"/>
              </a:defRPr>
            </a:lvl7pPr>
            <a:lvl8pPr algn="r">
              <a:buNone/>
              <a:defRPr sz="900" b="1">
                <a:solidFill>
                  <a:srgbClr val="736D78"/>
                </a:solidFill>
                <a:latin typeface="Arial"/>
                <a:ea typeface="Arial"/>
                <a:cs typeface="Arial"/>
              </a:defRPr>
            </a:lvl8pPr>
            <a:lvl9pPr algn="r">
              <a:buNone/>
              <a:defRPr sz="900" b="1">
                <a:solidFill>
                  <a:srgbClr val="736D78"/>
                </a:solidFill>
                <a:latin typeface="Arial"/>
                <a:ea typeface="Arial"/>
                <a:cs typeface="Arial"/>
              </a:defRPr>
            </a:lvl9pPr>
          </a:lstStyle>
          <a:p xmlns:a="http://schemas.openxmlformats.org/drawingml/2006/main">
            <a:pPr algn="r">
              <a:buNone/>
              <a:defRPr sz="900" b="1">
                <a:solidFill>
                  <a:srgbClr val="736D78"/>
                </a:solidFill>
                <a:latin typeface="Arial"/>
                <a:ea typeface="Arial"/>
                <a:cs typeface="Arial"/>
              </a:defRPr>
            </a:pPr>
            <a:r>
              <a:rPr sz="900" b="1">
                <a:solidFill>
                  <a:srgbClr val="736D7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3DAD438-E166-49E0-BC19-05E4171C174E}"/>
              </a:ext>
            </a:extLst>
          </p:cNvPr>
          <p:cNvSpPr>
            <a:spLocks xmlns:a="http://schemas.openxmlformats.org/drawingml/2006/main" noGrp="1"/>
          </p:cNvSpPr>
          <p:nvPr/>
        </p:nvSpPr>
        <p:spPr>
          <a:xfrm xmlns:a="http://schemas.openxmlformats.org/drawingml/2006/main">
            <a:off x="742950" y="8572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2EEF4"/>
                </a:solidFill>
                <a:latin typeface="Arial"/>
                <a:ea typeface="Arial"/>
                <a:cs typeface="Arial"/>
              </a:defRPr>
            </a:defPPr>
            <a:lvl1pPr algn="l">
              <a:buNone/>
              <a:defRPr sz="3225" b="1">
                <a:solidFill>
                  <a:srgbClr val="F2EEF4"/>
                </a:solidFill>
                <a:latin typeface="Arial"/>
                <a:ea typeface="Arial"/>
                <a:cs typeface="Arial"/>
              </a:defRPr>
            </a:lvl1pPr>
            <a:lvl2pPr algn="l">
              <a:buNone/>
              <a:defRPr sz="3225" b="1">
                <a:solidFill>
                  <a:srgbClr val="F2EEF4"/>
                </a:solidFill>
                <a:latin typeface="Arial"/>
                <a:ea typeface="Arial"/>
                <a:cs typeface="Arial"/>
              </a:defRPr>
            </a:lvl2pPr>
            <a:lvl3pPr algn="l">
              <a:buNone/>
              <a:defRPr sz="3225" b="1">
                <a:solidFill>
                  <a:srgbClr val="F2EEF4"/>
                </a:solidFill>
                <a:latin typeface="Arial"/>
                <a:ea typeface="Arial"/>
                <a:cs typeface="Arial"/>
              </a:defRPr>
            </a:lvl3pPr>
            <a:lvl4pPr algn="l">
              <a:buNone/>
              <a:defRPr sz="3225" b="1">
                <a:solidFill>
                  <a:srgbClr val="F2EEF4"/>
                </a:solidFill>
                <a:latin typeface="Arial"/>
                <a:ea typeface="Arial"/>
                <a:cs typeface="Arial"/>
              </a:defRPr>
            </a:lvl4pPr>
            <a:lvl5pPr algn="l">
              <a:buNone/>
              <a:defRPr sz="3225" b="1">
                <a:solidFill>
                  <a:srgbClr val="F2EEF4"/>
                </a:solidFill>
                <a:latin typeface="Arial"/>
                <a:ea typeface="Arial"/>
                <a:cs typeface="Arial"/>
              </a:defRPr>
            </a:lvl5pPr>
            <a:lvl6pPr algn="l">
              <a:buNone/>
              <a:defRPr sz="3225" b="1">
                <a:solidFill>
                  <a:srgbClr val="F2EEF4"/>
                </a:solidFill>
                <a:latin typeface="Arial"/>
                <a:ea typeface="Arial"/>
                <a:cs typeface="Arial"/>
              </a:defRPr>
            </a:lvl6pPr>
            <a:lvl7pPr algn="l">
              <a:buNone/>
              <a:defRPr sz="3225" b="1">
                <a:solidFill>
                  <a:srgbClr val="F2EEF4"/>
                </a:solidFill>
                <a:latin typeface="Arial"/>
                <a:ea typeface="Arial"/>
                <a:cs typeface="Arial"/>
              </a:defRPr>
            </a:lvl7pPr>
            <a:lvl8pPr algn="l">
              <a:buNone/>
              <a:defRPr sz="3225" b="1">
                <a:solidFill>
                  <a:srgbClr val="F2EEF4"/>
                </a:solidFill>
                <a:latin typeface="Arial"/>
                <a:ea typeface="Arial"/>
                <a:cs typeface="Arial"/>
              </a:defRPr>
            </a:lvl8pPr>
            <a:lvl9pPr algn="l">
              <a:buNone/>
              <a:defRPr sz="3225" b="1">
                <a:solidFill>
                  <a:srgbClr val="F2EEF4"/>
                </a:solidFill>
                <a:latin typeface="Arial"/>
                <a:ea typeface="Arial"/>
                <a:cs typeface="Arial"/>
              </a:defRPr>
            </a:lvl9pPr>
          </a:lstStyle>
          <a:p xmlns:a="http://schemas.openxmlformats.org/drawingml/2006/main">
            <a:pPr algn="l">
              <a:buNone/>
              <a:defRPr sz="3225" b="1">
                <a:solidFill>
                  <a:srgbClr val="F2EEF4"/>
                </a:solidFill>
                <a:latin typeface="Arial"/>
                <a:ea typeface="Arial"/>
                <a:cs typeface="Arial"/>
              </a:defRPr>
            </a:pPr>
            <a:r>
              <a:rPr sz="3225" b="1">
                <a:solidFill>
                  <a:srgbClr val="F2EEF4"/>
                </a:solidFill>
                <a:latin typeface="Arial"/>
                <a:ea typeface="Arial"/>
                <a:cs typeface="Arial"/>
              </a:rPr>
              <a:t>What a real campus launch needs</a:t>
            </a:r>
          </a:p>
        </p:txBody>
      </p:sp>
      <p:sp>
        <p:nvSpPr>
          <p:cNvPr id="6" name="">
            <a:extLst xmlns:a="http://schemas.openxmlformats.org/drawingml/2006/main">
              <a:ext uri="{FF2B5EF4-FFF2-40B4-BE49-F238E27FC236}">
                <a16:creationId xmlns:a16="http://schemas.microsoft.com/office/drawing/2014/main" id="{A7C94E9F-A631-415B-BF45-A6A90A35F088}"/>
              </a:ext>
            </a:extLst>
          </p:cNvPr>
          <p:cNvSpPr>
            <a:spLocks xmlns:a="http://schemas.openxmlformats.org/drawingml/2006/main" noGrp="1"/>
          </p:cNvSpPr>
          <p:nvPr/>
        </p:nvSpPr>
        <p:spPr>
          <a:xfrm xmlns:a="http://schemas.openxmlformats.org/drawingml/2006/main">
            <a:off x="800100" y="20383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ADD9"/>
                </a:solidFill>
                <a:latin typeface="Arial"/>
                <a:ea typeface="Arial"/>
                <a:cs typeface="Arial"/>
              </a:defRPr>
            </a:defPPr>
            <a:lvl1pPr algn="l">
              <a:buNone/>
              <a:defRPr sz="1050" b="1">
                <a:solidFill>
                  <a:srgbClr val="C7ADD9"/>
                </a:solidFill>
                <a:latin typeface="Arial"/>
                <a:ea typeface="Arial"/>
                <a:cs typeface="Arial"/>
              </a:defRPr>
            </a:lvl1pPr>
            <a:lvl2pPr algn="l">
              <a:buNone/>
              <a:defRPr sz="1050" b="1">
                <a:solidFill>
                  <a:srgbClr val="C7ADD9"/>
                </a:solidFill>
                <a:latin typeface="Arial"/>
                <a:ea typeface="Arial"/>
                <a:cs typeface="Arial"/>
              </a:defRPr>
            </a:lvl2pPr>
            <a:lvl3pPr algn="l">
              <a:buNone/>
              <a:defRPr sz="1050" b="1">
                <a:solidFill>
                  <a:srgbClr val="C7ADD9"/>
                </a:solidFill>
                <a:latin typeface="Arial"/>
                <a:ea typeface="Arial"/>
                <a:cs typeface="Arial"/>
              </a:defRPr>
            </a:lvl3pPr>
            <a:lvl4pPr algn="l">
              <a:buNone/>
              <a:defRPr sz="1050" b="1">
                <a:solidFill>
                  <a:srgbClr val="C7ADD9"/>
                </a:solidFill>
                <a:latin typeface="Arial"/>
                <a:ea typeface="Arial"/>
                <a:cs typeface="Arial"/>
              </a:defRPr>
            </a:lvl4pPr>
            <a:lvl5pPr algn="l">
              <a:buNone/>
              <a:defRPr sz="1050" b="1">
                <a:solidFill>
                  <a:srgbClr val="C7ADD9"/>
                </a:solidFill>
                <a:latin typeface="Arial"/>
                <a:ea typeface="Arial"/>
                <a:cs typeface="Arial"/>
              </a:defRPr>
            </a:lvl5pPr>
            <a:lvl6pPr algn="l">
              <a:buNone/>
              <a:defRPr sz="1050" b="1">
                <a:solidFill>
                  <a:srgbClr val="C7ADD9"/>
                </a:solidFill>
                <a:latin typeface="Arial"/>
                <a:ea typeface="Arial"/>
                <a:cs typeface="Arial"/>
              </a:defRPr>
            </a:lvl6pPr>
            <a:lvl7pPr algn="l">
              <a:buNone/>
              <a:defRPr sz="1050" b="1">
                <a:solidFill>
                  <a:srgbClr val="C7ADD9"/>
                </a:solidFill>
                <a:latin typeface="Arial"/>
                <a:ea typeface="Arial"/>
                <a:cs typeface="Arial"/>
              </a:defRPr>
            </a:lvl7pPr>
            <a:lvl8pPr algn="l">
              <a:buNone/>
              <a:defRPr sz="1050" b="1">
                <a:solidFill>
                  <a:srgbClr val="C7ADD9"/>
                </a:solidFill>
                <a:latin typeface="Arial"/>
                <a:ea typeface="Arial"/>
                <a:cs typeface="Arial"/>
              </a:defRPr>
            </a:lvl8pPr>
            <a:lvl9pPr algn="l">
              <a:buNone/>
              <a:defRPr sz="1050" b="1">
                <a:solidFill>
                  <a:srgbClr val="C7ADD9"/>
                </a:solidFill>
                <a:latin typeface="Arial"/>
                <a:ea typeface="Arial"/>
                <a:cs typeface="Arial"/>
              </a:defRPr>
            </a:lvl9pPr>
          </a:lstStyle>
          <a:p xmlns:a="http://schemas.openxmlformats.org/drawingml/2006/main">
            <a:pPr algn="l">
              <a:buNone/>
              <a:defRPr sz="1050" b="1">
                <a:solidFill>
                  <a:srgbClr val="C7ADD9"/>
                </a:solidFill>
                <a:latin typeface="Arial"/>
                <a:ea typeface="Arial"/>
                <a:cs typeface="Arial"/>
              </a:defRPr>
            </a:pPr>
            <a:r>
              <a:rPr sz="1050" b="1">
                <a:solidFill>
                  <a:srgbClr val="C7ADD9"/>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0C41C35F-AA8D-465B-B085-33D0AB189F45}"/>
              </a:ext>
            </a:extLst>
          </p:cNvPr>
          <p:cNvSpPr>
            <a:spLocks xmlns:a="http://schemas.openxmlformats.org/drawingml/2006/main" noGrp="1"/>
          </p:cNvSpPr>
          <p:nvPr/>
        </p:nvSpPr>
        <p:spPr>
          <a:xfrm xmlns:a="http://schemas.openxmlformats.org/drawingml/2006/main">
            <a:off x="800100" y="243840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2EEF4"/>
                </a:solidFill>
                <a:latin typeface="Arial"/>
                <a:ea typeface="Arial"/>
                <a:cs typeface="Arial"/>
              </a:defRPr>
            </a:defPPr>
            <a:lvl1pPr algn="l">
              <a:buNone/>
              <a:defRPr sz="1800" b="0">
                <a:solidFill>
                  <a:srgbClr val="F2EEF4"/>
                </a:solidFill>
                <a:latin typeface="Arial"/>
                <a:ea typeface="Arial"/>
                <a:cs typeface="Arial"/>
              </a:defRPr>
            </a:lvl1pPr>
            <a:lvl2pPr algn="l">
              <a:buNone/>
              <a:defRPr sz="1800" b="0">
                <a:solidFill>
                  <a:srgbClr val="F2EEF4"/>
                </a:solidFill>
                <a:latin typeface="Arial"/>
                <a:ea typeface="Arial"/>
                <a:cs typeface="Arial"/>
              </a:defRPr>
            </a:lvl2pPr>
            <a:lvl3pPr algn="l">
              <a:buNone/>
              <a:defRPr sz="1800" b="0">
                <a:solidFill>
                  <a:srgbClr val="F2EEF4"/>
                </a:solidFill>
                <a:latin typeface="Arial"/>
                <a:ea typeface="Arial"/>
                <a:cs typeface="Arial"/>
              </a:defRPr>
            </a:lvl3pPr>
            <a:lvl4pPr algn="l">
              <a:buNone/>
              <a:defRPr sz="1800" b="0">
                <a:solidFill>
                  <a:srgbClr val="F2EEF4"/>
                </a:solidFill>
                <a:latin typeface="Arial"/>
                <a:ea typeface="Arial"/>
                <a:cs typeface="Arial"/>
              </a:defRPr>
            </a:lvl4pPr>
            <a:lvl5pPr algn="l">
              <a:buNone/>
              <a:defRPr sz="1800" b="0">
                <a:solidFill>
                  <a:srgbClr val="F2EEF4"/>
                </a:solidFill>
                <a:latin typeface="Arial"/>
                <a:ea typeface="Arial"/>
                <a:cs typeface="Arial"/>
              </a:defRPr>
            </a:lvl5pPr>
            <a:lvl6pPr algn="l">
              <a:buNone/>
              <a:defRPr sz="1800" b="0">
                <a:solidFill>
                  <a:srgbClr val="F2EEF4"/>
                </a:solidFill>
                <a:latin typeface="Arial"/>
                <a:ea typeface="Arial"/>
                <a:cs typeface="Arial"/>
              </a:defRPr>
            </a:lvl6pPr>
            <a:lvl7pPr algn="l">
              <a:buNone/>
              <a:defRPr sz="1800" b="0">
                <a:solidFill>
                  <a:srgbClr val="F2EEF4"/>
                </a:solidFill>
                <a:latin typeface="Arial"/>
                <a:ea typeface="Arial"/>
                <a:cs typeface="Arial"/>
              </a:defRPr>
            </a:lvl7pPr>
            <a:lvl8pPr algn="l">
              <a:buNone/>
              <a:defRPr sz="1800" b="0">
                <a:solidFill>
                  <a:srgbClr val="F2EEF4"/>
                </a:solidFill>
                <a:latin typeface="Arial"/>
                <a:ea typeface="Arial"/>
                <a:cs typeface="Arial"/>
              </a:defRPr>
            </a:lvl8pPr>
            <a:lvl9pPr algn="l">
              <a:buNone/>
              <a:defRPr sz="1800" b="0">
                <a:solidFill>
                  <a:srgbClr val="F2EEF4"/>
                </a:solidFill>
                <a:latin typeface="Arial"/>
                <a:ea typeface="Arial"/>
                <a:cs typeface="Arial"/>
              </a:defRPr>
            </a:lvl9pPr>
          </a:lstStyle>
          <a:p xmlns:a="http://schemas.openxmlformats.org/drawingml/2006/main">
            <a:pPr algn="l">
              <a:buNone/>
              <a:defRPr sz="1800" b="0">
                <a:solidFill>
                  <a:srgbClr val="F2EEF4"/>
                </a:solidFill>
                <a:latin typeface="Arial"/>
                <a:ea typeface="Arial"/>
                <a:cs typeface="Arial"/>
              </a:defRPr>
            </a:pPr>
            <a:r>
              <a:rPr sz="1800" b="0">
                <a:solidFill>
                  <a:srgbClr val="F2EEF4"/>
                </a:solidFill>
                <a:latin typeface="Arial"/>
                <a:ea typeface="Arial"/>
                <a:cs typeface="Arial"/>
              </a:rPr>
              <a:t>The interface works with sample records. Hours and locations should be checked with CCNY before anyone relies on them.</a:t>
            </a:r>
          </a:p>
        </p:txBody>
      </p:sp>
      <p:sp>
        <p:nvSpPr>
          <p:cNvPr id="8" name="">
            <a:extLst xmlns:a="http://schemas.openxmlformats.org/drawingml/2006/main">
              <a:ext uri="{FF2B5EF4-FFF2-40B4-BE49-F238E27FC236}">
                <a16:creationId xmlns:a16="http://schemas.microsoft.com/office/drawing/2014/main" id="{BB050782-7CAC-456F-A03C-F2269FA2D908}"/>
              </a:ext>
            </a:extLst>
          </p:cNvPr>
          <p:cNvSpPr>
            <a:spLocks xmlns:a="http://schemas.openxmlformats.org/drawingml/2006/main" noGrp="1"/>
          </p:cNvSpPr>
          <p:nvPr/>
        </p:nvSpPr>
        <p:spPr>
          <a:xfrm xmlns:a="http://schemas.openxmlformats.org/drawingml/2006/main">
            <a:off x="6286500" y="20383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ADD9"/>
                </a:solidFill>
                <a:latin typeface="Arial"/>
                <a:ea typeface="Arial"/>
                <a:cs typeface="Arial"/>
              </a:defRPr>
            </a:defPPr>
            <a:lvl1pPr algn="l">
              <a:buNone/>
              <a:defRPr sz="1050" b="1">
                <a:solidFill>
                  <a:srgbClr val="C7ADD9"/>
                </a:solidFill>
                <a:latin typeface="Arial"/>
                <a:ea typeface="Arial"/>
                <a:cs typeface="Arial"/>
              </a:defRPr>
            </a:lvl1pPr>
            <a:lvl2pPr algn="l">
              <a:buNone/>
              <a:defRPr sz="1050" b="1">
                <a:solidFill>
                  <a:srgbClr val="C7ADD9"/>
                </a:solidFill>
                <a:latin typeface="Arial"/>
                <a:ea typeface="Arial"/>
                <a:cs typeface="Arial"/>
              </a:defRPr>
            </a:lvl2pPr>
            <a:lvl3pPr algn="l">
              <a:buNone/>
              <a:defRPr sz="1050" b="1">
                <a:solidFill>
                  <a:srgbClr val="C7ADD9"/>
                </a:solidFill>
                <a:latin typeface="Arial"/>
                <a:ea typeface="Arial"/>
                <a:cs typeface="Arial"/>
              </a:defRPr>
            </a:lvl3pPr>
            <a:lvl4pPr algn="l">
              <a:buNone/>
              <a:defRPr sz="1050" b="1">
                <a:solidFill>
                  <a:srgbClr val="C7ADD9"/>
                </a:solidFill>
                <a:latin typeface="Arial"/>
                <a:ea typeface="Arial"/>
                <a:cs typeface="Arial"/>
              </a:defRPr>
            </a:lvl4pPr>
            <a:lvl5pPr algn="l">
              <a:buNone/>
              <a:defRPr sz="1050" b="1">
                <a:solidFill>
                  <a:srgbClr val="C7ADD9"/>
                </a:solidFill>
                <a:latin typeface="Arial"/>
                <a:ea typeface="Arial"/>
                <a:cs typeface="Arial"/>
              </a:defRPr>
            </a:lvl5pPr>
            <a:lvl6pPr algn="l">
              <a:buNone/>
              <a:defRPr sz="1050" b="1">
                <a:solidFill>
                  <a:srgbClr val="C7ADD9"/>
                </a:solidFill>
                <a:latin typeface="Arial"/>
                <a:ea typeface="Arial"/>
                <a:cs typeface="Arial"/>
              </a:defRPr>
            </a:lvl6pPr>
            <a:lvl7pPr algn="l">
              <a:buNone/>
              <a:defRPr sz="1050" b="1">
                <a:solidFill>
                  <a:srgbClr val="C7ADD9"/>
                </a:solidFill>
                <a:latin typeface="Arial"/>
                <a:ea typeface="Arial"/>
                <a:cs typeface="Arial"/>
              </a:defRPr>
            </a:lvl7pPr>
            <a:lvl8pPr algn="l">
              <a:buNone/>
              <a:defRPr sz="1050" b="1">
                <a:solidFill>
                  <a:srgbClr val="C7ADD9"/>
                </a:solidFill>
                <a:latin typeface="Arial"/>
                <a:ea typeface="Arial"/>
                <a:cs typeface="Arial"/>
              </a:defRPr>
            </a:lvl8pPr>
            <a:lvl9pPr algn="l">
              <a:buNone/>
              <a:defRPr sz="1050" b="1">
                <a:solidFill>
                  <a:srgbClr val="C7ADD9"/>
                </a:solidFill>
                <a:latin typeface="Arial"/>
                <a:ea typeface="Arial"/>
                <a:cs typeface="Arial"/>
              </a:defRPr>
            </a:lvl9pPr>
          </a:lstStyle>
          <a:p xmlns:a="http://schemas.openxmlformats.org/drawingml/2006/main">
            <a:pPr algn="l">
              <a:buNone/>
              <a:defRPr sz="1050" b="1">
                <a:solidFill>
                  <a:srgbClr val="C7ADD9"/>
                </a:solidFill>
                <a:latin typeface="Arial"/>
                <a:ea typeface="Arial"/>
                <a:cs typeface="Arial"/>
              </a:defRPr>
            </a:pPr>
            <a:r>
              <a:rPr sz="1050" b="1">
                <a:solidFill>
                  <a:srgbClr val="C7ADD9"/>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80E043EC-5A64-4F60-A682-70206BB6C404}"/>
              </a:ext>
            </a:extLst>
          </p:cNvPr>
          <p:cNvSpPr>
            <a:spLocks xmlns:a="http://schemas.openxmlformats.org/drawingml/2006/main" noGrp="1"/>
          </p:cNvSpPr>
          <p:nvPr/>
        </p:nvSpPr>
        <p:spPr>
          <a:xfrm xmlns:a="http://schemas.openxmlformats.org/drawingml/2006/main">
            <a:off x="6286500" y="2438400"/>
            <a:ext cx="4495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2EEF4"/>
                </a:solidFill>
                <a:latin typeface="Arial"/>
                <a:ea typeface="Arial"/>
                <a:cs typeface="Arial"/>
              </a:defRPr>
            </a:defPPr>
            <a:lvl1pPr algn="l">
              <a:buNone/>
              <a:defRPr sz="1800" b="0">
                <a:solidFill>
                  <a:srgbClr val="F2EEF4"/>
                </a:solidFill>
                <a:latin typeface="Arial"/>
                <a:ea typeface="Arial"/>
                <a:cs typeface="Arial"/>
              </a:defRPr>
            </a:lvl1pPr>
            <a:lvl2pPr algn="l">
              <a:buNone/>
              <a:defRPr sz="1800" b="0">
                <a:solidFill>
                  <a:srgbClr val="F2EEF4"/>
                </a:solidFill>
                <a:latin typeface="Arial"/>
                <a:ea typeface="Arial"/>
                <a:cs typeface="Arial"/>
              </a:defRPr>
            </a:lvl2pPr>
            <a:lvl3pPr algn="l">
              <a:buNone/>
              <a:defRPr sz="1800" b="0">
                <a:solidFill>
                  <a:srgbClr val="F2EEF4"/>
                </a:solidFill>
                <a:latin typeface="Arial"/>
                <a:ea typeface="Arial"/>
                <a:cs typeface="Arial"/>
              </a:defRPr>
            </a:lvl3pPr>
            <a:lvl4pPr algn="l">
              <a:buNone/>
              <a:defRPr sz="1800" b="0">
                <a:solidFill>
                  <a:srgbClr val="F2EEF4"/>
                </a:solidFill>
                <a:latin typeface="Arial"/>
                <a:ea typeface="Arial"/>
                <a:cs typeface="Arial"/>
              </a:defRPr>
            </a:lvl4pPr>
            <a:lvl5pPr algn="l">
              <a:buNone/>
              <a:defRPr sz="1800" b="0">
                <a:solidFill>
                  <a:srgbClr val="F2EEF4"/>
                </a:solidFill>
                <a:latin typeface="Arial"/>
                <a:ea typeface="Arial"/>
                <a:cs typeface="Arial"/>
              </a:defRPr>
            </a:lvl5pPr>
            <a:lvl6pPr algn="l">
              <a:buNone/>
              <a:defRPr sz="1800" b="0">
                <a:solidFill>
                  <a:srgbClr val="F2EEF4"/>
                </a:solidFill>
                <a:latin typeface="Arial"/>
                <a:ea typeface="Arial"/>
                <a:cs typeface="Arial"/>
              </a:defRPr>
            </a:lvl6pPr>
            <a:lvl7pPr algn="l">
              <a:buNone/>
              <a:defRPr sz="1800" b="0">
                <a:solidFill>
                  <a:srgbClr val="F2EEF4"/>
                </a:solidFill>
                <a:latin typeface="Arial"/>
                <a:ea typeface="Arial"/>
                <a:cs typeface="Arial"/>
              </a:defRPr>
            </a:lvl7pPr>
            <a:lvl8pPr algn="l">
              <a:buNone/>
              <a:defRPr sz="1800" b="0">
                <a:solidFill>
                  <a:srgbClr val="F2EEF4"/>
                </a:solidFill>
                <a:latin typeface="Arial"/>
                <a:ea typeface="Arial"/>
                <a:cs typeface="Arial"/>
              </a:defRPr>
            </a:lvl8pPr>
            <a:lvl9pPr algn="l">
              <a:buNone/>
              <a:defRPr sz="1800" b="0">
                <a:solidFill>
                  <a:srgbClr val="F2EEF4"/>
                </a:solidFill>
                <a:latin typeface="Arial"/>
                <a:ea typeface="Arial"/>
                <a:cs typeface="Arial"/>
              </a:defRPr>
            </a:lvl9pPr>
          </a:lstStyle>
          <a:p xmlns:a="http://schemas.openxmlformats.org/drawingml/2006/main">
            <a:pPr algn="l">
              <a:buNone/>
              <a:defRPr sz="1800" b="0">
                <a:solidFill>
                  <a:srgbClr val="F2EEF4"/>
                </a:solidFill>
                <a:latin typeface="Arial"/>
                <a:ea typeface="Arial"/>
                <a:cs typeface="Arial"/>
              </a:defRPr>
            </a:pPr>
            <a:r>
              <a:rPr sz="1800" b="0">
                <a:solidFill>
                  <a:srgbClr val="F2EEF4"/>
                </a:solidFill>
                <a:latin typeface="Arial"/>
                <a:ea typeface="Arial"/>
                <a:cs typeface="Arial"/>
              </a:rPr>
              <a:t>Connect a verified resource source and a shared reporting process if the project is extended beyond a class demo.</a:t>
            </a:r>
          </a:p>
        </p:txBody>
      </p:sp>
      <p:sp>
        <p:nvSpPr>
          <p:cNvPr id="10" name="">
            <a:extLst xmlns:a="http://schemas.openxmlformats.org/drawingml/2006/main">
              <a:ext uri="{FF2B5EF4-FFF2-40B4-BE49-F238E27FC236}">
                <a16:creationId xmlns:a16="http://schemas.microsoft.com/office/drawing/2014/main" id="{1A128245-91A9-4918-88EA-FE352D27C360}"/>
              </a:ext>
            </a:extLst>
          </p:cNvPr>
          <p:cNvSpPr>
            <a:spLocks xmlns:a="http://schemas.openxmlformats.org/drawingml/2006/main" noGrp="1"/>
          </p:cNvSpPr>
          <p:nvPr/>
        </p:nvSpPr>
        <p:spPr>
          <a:xfrm xmlns:a="http://schemas.openxmlformats.org/drawingml/2006/main">
            <a:off x="800100" y="4171950"/>
            <a:ext cx="9982200" cy="0"/>
          </a:xfrm>
          <a:prstGeom xmlns:a="http://schemas.openxmlformats.org/drawingml/2006/main" prst="line">
            <a:avLst/>
          </a:prstGeom>
          <a:noFill xmlns:a="http://schemas.openxmlformats.org/drawingml/2006/main"/>
          <a:ln xmlns:a="http://schemas.openxmlformats.org/drawingml/2006/main" w="9525">
            <a:solidFill>
              <a:srgbClr val="51475B"/>
            </a:solidFill>
            <a:prstDash val="solid"/>
          </a:ln>
        </p:spPr>
      </p:sp>
      <p:sp>
        <p:nvSpPr>
          <p:cNvPr id="11" name="">
            <a:extLst xmlns:a="http://schemas.openxmlformats.org/drawingml/2006/main">
              <a:ext uri="{FF2B5EF4-FFF2-40B4-BE49-F238E27FC236}">
                <a16:creationId xmlns:a16="http://schemas.microsoft.com/office/drawing/2014/main" id="{626E98EA-EB54-44D4-B489-D201B66CB2D7}"/>
              </a:ext>
            </a:extLst>
          </p:cNvPr>
          <p:cNvSpPr>
            <a:spLocks xmlns:a="http://schemas.openxmlformats.org/drawingml/2006/main" noGrp="1"/>
          </p:cNvSpPr>
          <p:nvPr/>
        </p:nvSpPr>
        <p:spPr>
          <a:xfrm xmlns:a="http://schemas.openxmlformats.org/drawingml/2006/main">
            <a:off x="800100" y="4667250"/>
            <a:ext cx="609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buNone/>
              <a:defRPr sz="4350" b="1">
                <a:solidFill>
                  <a:srgbClr val="FFFFFF"/>
                </a:solidFill>
                <a:latin typeface="Arial"/>
                <a:ea typeface="Arial"/>
                <a:cs typeface="Arial"/>
              </a:defRPr>
            </a:lvl1pPr>
            <a:lvl2pPr algn="l">
              <a:buNone/>
              <a:defRPr sz="4350" b="1">
                <a:solidFill>
                  <a:srgbClr val="FFFFFF"/>
                </a:solidFill>
                <a:latin typeface="Arial"/>
                <a:ea typeface="Arial"/>
                <a:cs typeface="Arial"/>
              </a:defRPr>
            </a:lvl2pPr>
            <a:lvl3pPr algn="l">
              <a:buNone/>
              <a:defRPr sz="4350" b="1">
                <a:solidFill>
                  <a:srgbClr val="FFFFFF"/>
                </a:solidFill>
                <a:latin typeface="Arial"/>
                <a:ea typeface="Arial"/>
                <a:cs typeface="Arial"/>
              </a:defRPr>
            </a:lvl3pPr>
            <a:lvl4pPr algn="l">
              <a:buNone/>
              <a:defRPr sz="4350" b="1">
                <a:solidFill>
                  <a:srgbClr val="FFFFFF"/>
                </a:solidFill>
                <a:latin typeface="Arial"/>
                <a:ea typeface="Arial"/>
                <a:cs typeface="Arial"/>
              </a:defRPr>
            </a:lvl4pPr>
            <a:lvl5pPr algn="l">
              <a:buNone/>
              <a:defRPr sz="4350" b="1">
                <a:solidFill>
                  <a:srgbClr val="FFFFFF"/>
                </a:solidFill>
                <a:latin typeface="Arial"/>
                <a:ea typeface="Arial"/>
                <a:cs typeface="Arial"/>
              </a:defRPr>
            </a:lvl5pPr>
            <a:lvl6pPr algn="l">
              <a:buNone/>
              <a:defRPr sz="4350" b="1">
                <a:solidFill>
                  <a:srgbClr val="FFFFFF"/>
                </a:solidFill>
                <a:latin typeface="Arial"/>
                <a:ea typeface="Arial"/>
                <a:cs typeface="Arial"/>
              </a:defRPr>
            </a:lvl6pPr>
            <a:lvl7pPr algn="l">
              <a:buNone/>
              <a:defRPr sz="4350" b="1">
                <a:solidFill>
                  <a:srgbClr val="FFFFFF"/>
                </a:solidFill>
                <a:latin typeface="Arial"/>
                <a:ea typeface="Arial"/>
                <a:cs typeface="Arial"/>
              </a:defRPr>
            </a:lvl7pPr>
            <a:lvl8pPr algn="l">
              <a:buNone/>
              <a:defRPr sz="4350" b="1">
                <a:solidFill>
                  <a:srgbClr val="FFFFFF"/>
                </a:solidFill>
                <a:latin typeface="Arial"/>
                <a:ea typeface="Arial"/>
                <a:cs typeface="Arial"/>
              </a:defRPr>
            </a:lvl8pPr>
            <a:lvl9pPr algn="l">
              <a:buNone/>
              <a:defRPr sz="4350" b="1">
                <a:solidFill>
                  <a:srgbClr val="FFFFFF"/>
                </a:solidFill>
                <a:latin typeface="Arial"/>
                <a:ea typeface="Arial"/>
                <a:cs typeface="Arial"/>
              </a:defRPr>
            </a:lvl9pPr>
          </a:lstStyle>
          <a:p xmlns:a="http://schemas.openxmlformats.org/drawingml/2006/main">
            <a:pPr algn="l">
              <a:buNone/>
              <a:defRPr sz="4350" b="1">
                <a:solidFill>
                  <a:srgbClr val="FFFFFF"/>
                </a:solidFill>
                <a:latin typeface="Arial"/>
                <a:ea typeface="Arial"/>
                <a:cs typeface="Arial"/>
              </a:defRPr>
            </a:pPr>
            <a:r>
              <a:rPr sz="4350" b="1">
                <a:solidFill>
                  <a:srgbClr val="FFFFFF"/>
                </a:solidFill>
                <a:latin typeface="Arial"/>
                <a:ea typeface="Arial"/>
                <a:cs typeface="Arial"/>
              </a:rPr>
              <a:t>Questions?</a:t>
            </a:r>
          </a:p>
        </p:txBody>
      </p:sp>
      <p:sp>
        <p:nvSpPr>
          <p:cNvPr id="12" name="">
            <a:extLst xmlns:a="http://schemas.openxmlformats.org/drawingml/2006/main">
              <a:ext uri="{FF2B5EF4-FFF2-40B4-BE49-F238E27FC236}">
                <a16:creationId xmlns:a16="http://schemas.microsoft.com/office/drawing/2014/main" id="{9F7E58C4-362E-428D-9D85-CB2C42A5AF2B}"/>
              </a:ext>
            </a:extLst>
          </p:cNvPr>
          <p:cNvSpPr>
            <a:spLocks xmlns:a="http://schemas.openxmlformats.org/drawingml/2006/main" noGrp="1"/>
          </p:cNvSpPr>
          <p:nvPr/>
        </p:nvSpPr>
        <p:spPr>
          <a:xfrm xmlns:a="http://schemas.openxmlformats.org/drawingml/2006/main">
            <a:off x="800100" y="5572125"/>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7ADD9"/>
                </a:solidFill>
                <a:latin typeface="Arial"/>
                <a:ea typeface="Arial"/>
                <a:cs typeface="Arial"/>
              </a:defRPr>
            </a:defPPr>
            <a:lvl1pPr algn="l">
              <a:buNone/>
              <a:defRPr sz="1500" b="0">
                <a:solidFill>
                  <a:srgbClr val="C7ADD9"/>
                </a:solidFill>
                <a:latin typeface="Arial"/>
                <a:ea typeface="Arial"/>
                <a:cs typeface="Arial"/>
              </a:defRPr>
            </a:lvl1pPr>
            <a:lvl2pPr algn="l">
              <a:buNone/>
              <a:defRPr sz="1500" b="0">
                <a:solidFill>
                  <a:srgbClr val="C7ADD9"/>
                </a:solidFill>
                <a:latin typeface="Arial"/>
                <a:ea typeface="Arial"/>
                <a:cs typeface="Arial"/>
              </a:defRPr>
            </a:lvl2pPr>
            <a:lvl3pPr algn="l">
              <a:buNone/>
              <a:defRPr sz="1500" b="0">
                <a:solidFill>
                  <a:srgbClr val="C7ADD9"/>
                </a:solidFill>
                <a:latin typeface="Arial"/>
                <a:ea typeface="Arial"/>
                <a:cs typeface="Arial"/>
              </a:defRPr>
            </a:lvl3pPr>
            <a:lvl4pPr algn="l">
              <a:buNone/>
              <a:defRPr sz="1500" b="0">
                <a:solidFill>
                  <a:srgbClr val="C7ADD9"/>
                </a:solidFill>
                <a:latin typeface="Arial"/>
                <a:ea typeface="Arial"/>
                <a:cs typeface="Arial"/>
              </a:defRPr>
            </a:lvl4pPr>
            <a:lvl5pPr algn="l">
              <a:buNone/>
              <a:defRPr sz="1500" b="0">
                <a:solidFill>
                  <a:srgbClr val="C7ADD9"/>
                </a:solidFill>
                <a:latin typeface="Arial"/>
                <a:ea typeface="Arial"/>
                <a:cs typeface="Arial"/>
              </a:defRPr>
            </a:lvl5pPr>
            <a:lvl6pPr algn="l">
              <a:buNone/>
              <a:defRPr sz="1500" b="0">
                <a:solidFill>
                  <a:srgbClr val="C7ADD9"/>
                </a:solidFill>
                <a:latin typeface="Arial"/>
                <a:ea typeface="Arial"/>
                <a:cs typeface="Arial"/>
              </a:defRPr>
            </a:lvl6pPr>
            <a:lvl7pPr algn="l">
              <a:buNone/>
              <a:defRPr sz="1500" b="0">
                <a:solidFill>
                  <a:srgbClr val="C7ADD9"/>
                </a:solidFill>
                <a:latin typeface="Arial"/>
                <a:ea typeface="Arial"/>
                <a:cs typeface="Arial"/>
              </a:defRPr>
            </a:lvl7pPr>
            <a:lvl8pPr algn="l">
              <a:buNone/>
              <a:defRPr sz="1500" b="0">
                <a:solidFill>
                  <a:srgbClr val="C7ADD9"/>
                </a:solidFill>
                <a:latin typeface="Arial"/>
                <a:ea typeface="Arial"/>
                <a:cs typeface="Arial"/>
              </a:defRPr>
            </a:lvl8pPr>
            <a:lvl9pPr algn="l">
              <a:buNone/>
              <a:defRPr sz="1500" b="0">
                <a:solidFill>
                  <a:srgbClr val="C7ADD9"/>
                </a:solidFill>
                <a:latin typeface="Arial"/>
                <a:ea typeface="Arial"/>
                <a:cs typeface="Arial"/>
              </a:defRPr>
            </a:lvl9pPr>
          </a:lstStyle>
          <a:p xmlns:a="http://schemas.openxmlformats.org/drawingml/2006/main">
            <a:pPr algn="l">
              <a:buNone/>
              <a:defRPr sz="1500" b="0">
                <a:solidFill>
                  <a:srgbClr val="C7ADD9"/>
                </a:solidFill>
                <a:latin typeface="Arial"/>
                <a:ea typeface="Arial"/>
                <a:cs typeface="Arial"/>
              </a:defRPr>
            </a:pPr>
            <a:r>
              <a:rPr sz="1500" b="0">
                <a:solidFill>
                  <a:srgbClr val="C7ADD9"/>
                </a:solidFill>
                <a:latin typeface="Arial"/>
                <a:ea typeface="Arial"/>
                <a:cs typeface="Arial"/>
              </a:rPr>
              <a:t>Campus Resource Finder</a:t>
            </a:r>
            <a:r>
              <a:rPr sz="1500" b="0">
                <a:solidFill>
                  <a:srgbClr val="C7ADD9"/>
                </a:solidFill>
                <a:latin typeface="Arial"/>
                <a:ea typeface="Arial"/>
                <a:cs typeface="Arial"/>
              </a:rPr>
              <a:t> · Team Clickbait</a:t>
            </a:r>
          </a:p>
        </p:txBody>
      </p:sp>
    </p:spTree>
    <p:extLst>
      <p:ext uri="{BB962C8B-B14F-4D97-AF65-F5344CB8AC3E}">
        <p14:creationId xmlns:p14="http://schemas.microsoft.com/office/powerpoint/2010/main" val="301999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2026-10-20T18:18:29.4190000Z</dcterms:created>
  <dcterms:modified xsi:type="dcterms:W3CDTF">2026-10-20T18:18:29.4200000Z</dcterms:modified>
</coreProperties>
</file>